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6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3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_rels/notesSlide2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26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1.xml.rels" ContentType="application/vnd.openxmlformats-package.relationships+xml"/>
  <Override PartName="/ppt/notesSlides/_rels/notesSlide25.xml.rels" ContentType="application/vnd.openxmlformats-package.relationships+xml"/>
  <Override PartName="/ppt/notesSlides/_rels/notesSlide22.xml.rels" ContentType="application/vnd.openxmlformats-package.relationships+xml"/>
  <Override PartName="/ppt/notesSlides/_rels/notesSlide21.xml.rels" ContentType="application/vnd.openxmlformats-package.relationships+xml"/>
  <Override PartName="/ppt/notesSlides/_rels/notesSlide27.xml.rels" ContentType="application/vnd.openxmlformats-package.relationships+xml"/>
  <Override PartName="/ppt/notesSlides/_rels/notesSlide18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19.xml.rels" ContentType="application/vnd.openxmlformats-package.relationships+xml"/>
  <Override PartName="/ppt/notesSlides/_rels/notesSlide20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23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24.xml.rels" ContentType="application/vnd.openxmlformats-package.relationships+xml"/>
  <Override PartName="/ppt/notesSlides/_rels/notesSlide4.xml.rels" ContentType="application/vnd.openxmlformats-package.relationships+xml"/>
  <Override PartName="/ppt/notesSlides/_rels/notesSlide15.xml.rels" ContentType="application/vnd.openxmlformats-package.relationships+xml"/>
  <Override PartName="/ppt/notesSlides/notesSlide19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_rels/presentation.xml.rels" ContentType="application/vnd.openxmlformats-package.relationships+xml"/>
  <Override PartName="/ppt/media/image9.png" ContentType="image/png"/>
  <Override PartName="/ppt/media/image13.png" ContentType="image/png"/>
  <Override PartName="/ppt/media/image8.png" ContentType="image/png"/>
  <Override PartName="/ppt/media/image12.png" ContentType="image/png"/>
  <Override PartName="/ppt/media/image7.png" ContentType="image/png"/>
  <Override PartName="/ppt/media/image11.png" ContentType="image/png"/>
  <Override PartName="/ppt/media/image6.png" ContentType="image/png"/>
  <Override PartName="/ppt/media/image10.png" ContentType="image/png"/>
  <Override PartName="/ppt/media/image5.png" ContentType="image/png"/>
  <Override PartName="/ppt/media/image4.png" ContentType="image/png"/>
  <Override PartName="/ppt/media/image23.png" ContentType="image/png"/>
  <Override PartName="/ppt/media/image22.png" ContentType="image/png"/>
  <Override PartName="/ppt/media/image21.png" ContentType="image/png"/>
  <Override PartName="/ppt/media/image19.png" ContentType="image/png"/>
  <Override PartName="/ppt/media/image1.png" ContentType="image/png"/>
  <Override PartName="/ppt/media/image3.png" ContentType="image/png"/>
  <Override PartName="/ppt/media/image20.png" ContentType="image/png"/>
  <Override PartName="/ppt/media/image18.png" ContentType="image/png"/>
  <Override PartName="/ppt/media/image17.png" ContentType="image/png"/>
  <Override PartName="/ppt/media/image16.png" ContentType="image/png"/>
  <Override PartName="/ppt/media/image15.png" ContentType="image/png"/>
  <Override PartName="/ppt/media/image14.png" ContentType="image/png"/>
  <Override PartName="/ppt/media/image2.png" ContentType="image/png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49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39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48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58.xml.rels" ContentType="application/vnd.openxmlformats-package.relationships+xml"/>
  <Override PartName="/ppt/slideLayouts/_rels/slideLayout65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5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55.xml.rels" ContentType="application/vnd.openxmlformats-package.relationships+xml"/>
  <Override PartName="/ppt/slideLayouts/_rels/slideLayout54.xml.rels" ContentType="application/vnd.openxmlformats-package.relationships+xml"/>
  <Override PartName="/ppt/slideLayouts/_rels/slideLayout69.xml.rels" ContentType="application/vnd.openxmlformats-package.relationships+xml"/>
  <Override PartName="/ppt/slideLayouts/_rels/slideLayout63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53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62.xml.rels" ContentType="application/vnd.openxmlformats-package.relationships+xml"/>
  <Override PartName="/ppt/slideLayouts/_rels/slideLayout50.xml.rels" ContentType="application/vnd.openxmlformats-package.relationships+xml"/>
  <Override PartName="/ppt/slideLayouts/_rels/slideLayout52.xml.rels" ContentType="application/vnd.openxmlformats-package.relationships+xml"/>
  <Override PartName="/ppt/slideLayouts/_rels/slideLayout57.xml.rels" ContentType="application/vnd.openxmlformats-package.relationships+xml"/>
  <Override PartName="/ppt/slideLayouts/_rels/slideLayout61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68.xml.rels" ContentType="application/vnd.openxmlformats-package.relationships+xml"/>
  <Override PartName="/ppt/slideLayouts/_rels/slideLayout72.xml.rels" ContentType="application/vnd.openxmlformats-package.relationships+xml"/>
  <Override PartName="/ppt/slideLayouts/_rels/slideLayout67.xml.rels" ContentType="application/vnd.openxmlformats-package.relationships+xml"/>
  <Override PartName="/ppt/slideLayouts/_rels/slideLayout71.xml.rels" ContentType="application/vnd.openxmlformats-package.relationships+xml"/>
  <Override PartName="/ppt/slideLayouts/_rels/slideLayout70.xml.rels" ContentType="application/vnd.openxmlformats-package.relationships+xml"/>
  <Override PartName="/ppt/slideLayouts/_rels/slideLayout6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59.xml.rels" ContentType="application/vnd.openxmlformats-package.relationships+xml"/>
  <Override PartName="/ppt/slideLayouts/_rels/slideLayout56.xml.rels" ContentType="application/vnd.openxmlformats-package.relationships+xml"/>
  <Override PartName="/ppt/slideLayouts/_rels/slideLayout60.xml.rels" ContentType="application/vnd.openxmlformats-package.relationships+xml"/>
  <Override PartName="/ppt/slideLayouts/_rels/slideLayout64.xml.rels" ContentType="application/vnd.openxmlformats-package.relationships+xml"/>
  <Override PartName="/ppt/slideLayouts/slideLayout56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3.xml" ContentType="application/vnd.openxmlformats-officedocument.presentationml.slideLayout+xml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s/slide14.xml" ContentType="application/vnd.openxmlformats-officedocument.presentationml.slide+xml"/>
  <Override PartName="/ppt/slides/slide27.xml" ContentType="application/vnd.openxmlformats-officedocument.presentationml.slide+xml"/>
  <Override PartName="/ppt/slides/slide15.xml" ContentType="application/vnd.openxmlformats-officedocument.presentationml.slide+xml"/>
  <Override PartName="/ppt/slides/slide26.xml" ContentType="application/vnd.openxmlformats-officedocument.presentationml.slide+xml"/>
  <Override PartName="/ppt/slides/slide25.xml" ContentType="application/vnd.openxmlformats-officedocument.presentationml.slide+xml"/>
  <Override PartName="/ppt/slides/slide24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21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17.xml" ContentType="application/vnd.openxmlformats-officedocument.presentationml.slide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20.xml.rels" ContentType="application/vnd.openxmlformats-package.relationships+xml"/>
  <Override PartName="/ppt/slides/_rels/slide2.xml.rels" ContentType="application/vnd.openxmlformats-package.relationships+xml"/>
  <Override PartName="/ppt/slides/_rels/slide19.xml.rels" ContentType="application/vnd.openxmlformats-package.relationships+xml"/>
  <Override PartName="/ppt/slides/_rels/slide21.xml.rels" ContentType="application/vnd.openxmlformats-package.relationships+xml"/>
  <Override PartName="/ppt/slides/_rels/slide3.xml.rels" ContentType="application/vnd.openxmlformats-package.relationships+xml"/>
  <Override PartName="/ppt/slides/_rels/slide22.xml.rels" ContentType="application/vnd.openxmlformats-package.relationships+xml"/>
  <Override PartName="/ppt/slides/_rels/slide23.xml.rels" ContentType="application/vnd.openxmlformats-package.relationships+xml"/>
  <Override PartName="/ppt/slides/_rels/slide15.xml.rels" ContentType="application/vnd.openxmlformats-package.relationships+xml"/>
  <Override PartName="/ppt/slides/_rels/slide25.xml.rels" ContentType="application/vnd.openxmlformats-package.relationships+xml"/>
  <Override PartName="/ppt/slides/_rels/slide10.xml.rels" ContentType="application/vnd.openxmlformats-package.relationships+xml"/>
  <Override PartName="/ppt/slides/_rels/slide16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14.xml.rels" ContentType="application/vnd.openxmlformats-package.relationships+xml"/>
  <Override PartName="/ppt/slides/_rels/slide24.xml.rels" ContentType="application/vnd.openxmlformats-package.relationships+xml"/>
  <Override PartName="/ppt/slides/_rels/slide26.xml.rels" ContentType="application/vnd.openxmlformats-package.relationships+xml"/>
  <Override PartName="/ppt/slides/_rels/slide11.xml.rels" ContentType="application/vnd.openxmlformats-package.relationships+xml"/>
  <Override PartName="/ppt/slides/_rels/slide27.xml.rels" ContentType="application/vnd.openxmlformats-package.relationships+xml"/>
  <Override PartName="/ppt/slides/_rels/slide9.xml.rels" ContentType="application/vnd.openxmlformats-package.relationships+xml"/>
  <Override PartName="/ppt/slides/slide1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87" r:id="rId5"/>
    <p:sldMasterId id="2147483700" r:id="rId6"/>
    <p:sldMasterId id="2147483713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slide" Target="slides/slide22.xml"/><Relationship Id="rId31" Type="http://schemas.openxmlformats.org/officeDocument/2006/relationships/slide" Target="slides/slide23.xml"/><Relationship Id="rId32" Type="http://schemas.openxmlformats.org/officeDocument/2006/relationships/slide" Target="slides/slide24.xml"/><Relationship Id="rId33" Type="http://schemas.openxmlformats.org/officeDocument/2006/relationships/slide" Target="slides/slide25.xml"/><Relationship Id="rId34" Type="http://schemas.openxmlformats.org/officeDocument/2006/relationships/slide" Target="slides/slide26.xml"/><Relationship Id="rId35" Type="http://schemas.openxmlformats.org/officeDocument/2006/relationships/slide" Target="slides/slide27.xml"/><Relationship Id="rId36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7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234465"/>
                </a:solidFill>
                <a:latin typeface="Calibri"/>
              </a:rPr>
              <a:t>Click to move the slide</a:t>
            </a: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248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0" name="PlaceHolder 4"/>
          <p:cNvSpPr>
            <a:spLocks noGrp="1"/>
          </p:cNvSpPr>
          <p:nvPr>
            <p:ph type="dt" idx="4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1" name="PlaceHolder 5"/>
          <p:cNvSpPr>
            <a:spLocks noGrp="1"/>
          </p:cNvSpPr>
          <p:nvPr>
            <p:ph type="ftr" idx="5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2" name="PlaceHolder 6"/>
          <p:cNvSpPr>
            <a:spLocks noGrp="1"/>
          </p:cNvSpPr>
          <p:nvPr>
            <p:ph type="sldNum" idx="6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C0EC1DE2-1147-48CD-9A45-03E3C415B00A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hyperlink" Target="https://softuni.org/" TargetMode="External"/><Relationship Id="rId2" Type="http://schemas.openxmlformats.org/officeDocument/2006/relationships/slide" Target="../slides/slide1.xml"/><Relationship Id="rId3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hyperlink" Target="https://softuni.org/" TargetMode="External"/><Relationship Id="rId2" Type="http://schemas.openxmlformats.org/officeDocument/2006/relationships/slide" Target="../slides/slide2.xml"/><Relationship Id="rId3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hyperlink" Target="https://softuni.org/" TargetMode="External"/><Relationship Id="rId2" Type="http://schemas.openxmlformats.org/officeDocument/2006/relationships/slide" Target="../slides/slide4.xml"/><Relationship Id="rId3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hyperlink" Target="https://softuni.org/" TargetMode="External"/><Relationship Id="rId2" Type="http://schemas.openxmlformats.org/officeDocument/2006/relationships/slide" Target="../slides/slide11.xml"/><Relationship Id="rId3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hyperlink" Target="https://softuni.org/" TargetMode="External"/><Relationship Id="rId2" Type="http://schemas.openxmlformats.org/officeDocument/2006/relationships/slide" Target="../slides/slide12.xml"/><Relationship Id="rId3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hyperlink" Target="https://softuni.org/" TargetMode="External"/><Relationship Id="rId2" Type="http://schemas.openxmlformats.org/officeDocument/2006/relationships/slide" Target="../slides/slide13.xml"/><Relationship Id="rId3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hyperlink" Target="https://softuni.org/" TargetMode="External"/><Relationship Id="rId2" Type="http://schemas.openxmlformats.org/officeDocument/2006/relationships/slide" Target="../slides/slide14.xml"/><Relationship Id="rId3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hyperlink" Target="https://softuni.org/" TargetMode="External"/><Relationship Id="rId2" Type="http://schemas.openxmlformats.org/officeDocument/2006/relationships/slide" Target="../slides/slide15.xml"/><Relationship Id="rId3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hyperlink" Target="https://softuni.org/" TargetMode="External"/><Relationship Id="rId2" Type="http://schemas.openxmlformats.org/officeDocument/2006/relationships/slide" Target="../slides/slide16.xml"/><Relationship Id="rId3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hyperlink" Target="https://softuni.org/" TargetMode="External"/><Relationship Id="rId2" Type="http://schemas.openxmlformats.org/officeDocument/2006/relationships/slide" Target="../slides/slide17.xml"/><Relationship Id="rId3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hyperlink" Target="https://softuni.org/" TargetMode="External"/><Relationship Id="rId2" Type="http://schemas.openxmlformats.org/officeDocument/2006/relationships/slide" Target="../slides/slide18.xml"/><Relationship Id="rId3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hyperlink" Target="https://softuni.org/" TargetMode="External"/><Relationship Id="rId2" Type="http://schemas.openxmlformats.org/officeDocument/2006/relationships/slide" Target="../slides/slide19.xml"/><Relationship Id="rId3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hyperlink" Target="https://softuni.org/" TargetMode="External"/><Relationship Id="rId2" Type="http://schemas.openxmlformats.org/officeDocument/2006/relationships/slide" Target="../slides/slide20.xml"/><Relationship Id="rId3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hyperlink" Target="https://softuni.org/" TargetMode="External"/><Relationship Id="rId2" Type="http://schemas.openxmlformats.org/officeDocument/2006/relationships/slide" Target="../slides/slide21.xml"/><Relationship Id="rId3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hyperlink" Target="https://softuni.org/" TargetMode="External"/><Relationship Id="rId2" Type="http://schemas.openxmlformats.org/officeDocument/2006/relationships/slide" Target="../slides/slide22.xml"/><Relationship Id="rId3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hyperlink" Target="https://softuni.org/" TargetMode="External"/><Relationship Id="rId2" Type="http://schemas.openxmlformats.org/officeDocument/2006/relationships/slide" Target="../slides/slide23.xml"/><Relationship Id="rId3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hyperlink" Target="https://softuni.org/" TargetMode="External"/><Relationship Id="rId2" Type="http://schemas.openxmlformats.org/officeDocument/2006/relationships/slide" Target="../slides/slide24.xml"/><Relationship Id="rId3" Type="http://schemas.openxmlformats.org/officeDocument/2006/relationships/notesMaster" Target="../notesMasters/notesMaster1.xml"/>
</Relationships>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hyperlink" Target="https://softuni.org/" TargetMode="External"/><Relationship Id="rId2" Type="http://schemas.openxmlformats.org/officeDocument/2006/relationships/slide" Target="../slides/slide25.xml"/><Relationship Id="rId3" Type="http://schemas.openxmlformats.org/officeDocument/2006/relationships/notesMaster" Target="../notesMasters/notesMaster1.xml"/>
</Relationships>
</file>

<file path=ppt/notesSlides/_rels/notesSlide26.xml.rels><?xml version="1.0" encoding="UTF-8"?>
<Relationships xmlns="http://schemas.openxmlformats.org/package/2006/relationships"><Relationship Id="rId1" Type="http://schemas.openxmlformats.org/officeDocument/2006/relationships/hyperlink" Target="https://softuni.org/" TargetMode="External"/><Relationship Id="rId2" Type="http://schemas.openxmlformats.org/officeDocument/2006/relationships/slide" Target="../slides/slide26.xml"/><Relationship Id="rId3" Type="http://schemas.openxmlformats.org/officeDocument/2006/relationships/notesMaster" Target="../notesMasters/notesMaster1.xml"/>
</Relationships>
</file>

<file path=ppt/notesSlides/_rels/notesSlide27.xml.rels><?xml version="1.0" encoding="UTF-8"?>
<Relationships xmlns="http://schemas.openxmlformats.org/package/2006/relationships"><Relationship Id="rId1" Type="http://schemas.openxmlformats.org/officeDocument/2006/relationships/hyperlink" Target="https://softuni.org/" TargetMode="External"/><Relationship Id="rId2" Type="http://schemas.openxmlformats.org/officeDocument/2006/relationships/slide" Target="../slides/slide27.xml"/><Relationship Id="rId3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PlaceHolder 1"/>
          <p:cNvSpPr>
            <a:spLocks noGrp="1"/>
          </p:cNvSpPr>
          <p:nvPr>
            <p:ph type="sldNum" idx="21"/>
          </p:nvPr>
        </p:nvSpPr>
        <p:spPr>
          <a:xfrm>
            <a:off x="6489000" y="8892000"/>
            <a:ext cx="367200" cy="2516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C2B098C-C860-4E17-B48A-EAF132FD6182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27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2" name="PlaceHolder 2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93" name="PlaceHolder 3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4" name="PlaceHolder 4"/>
          <p:cNvSpPr>
            <a:spLocks noGrp="1"/>
          </p:cNvSpPr>
          <p:nvPr>
            <p:ph type="ftr" idx="22"/>
          </p:nvPr>
        </p:nvSpPr>
        <p:spPr>
          <a:xfrm>
            <a:off x="0" y="8892000"/>
            <a:ext cx="6488640" cy="2516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>
              <a:lnSpc>
                <a:spcPct val="100000"/>
              </a:lnSpc>
              <a:buNone/>
              <a:defRPr b="0" lang="bg-BG" sz="11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bg-BG" sz="1100" spc="-1" strike="noStrike">
                <a:solidFill>
                  <a:srgbClr val="000000"/>
                </a:solidFill>
                <a:latin typeface="Times New Roman"/>
              </a:rPr>
              <a:t>Работна група "Образование по програмиране и ИТ", с подкрепата на </a:t>
            </a:r>
            <a:r>
              <a:rPr b="0" lang="en-US" sz="1100" spc="-1" strike="noStrike" u="sng">
                <a:solidFill>
                  <a:srgbClr val="000000"/>
                </a:solidFill>
                <a:uFillTx/>
                <a:latin typeface="Times New Roman"/>
                <a:hlinkClick r:id="rId1"/>
              </a:rPr>
              <a:t>SoftUni</a:t>
            </a:r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9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7" name="Slide Number Placeholder 5"/>
          <p:cNvSpPr/>
          <p:nvPr/>
        </p:nvSpPr>
        <p:spPr>
          <a:xfrm>
            <a:off x="6489000" y="8847000"/>
            <a:ext cx="367200" cy="29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509F117D-CD49-4F81-AEA2-83D0170A3453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27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8" name="PlaceHolder 3"/>
          <p:cNvSpPr>
            <a:spLocks noGrp="1"/>
          </p:cNvSpPr>
          <p:nvPr>
            <p:ph type="ftr" idx="23"/>
          </p:nvPr>
        </p:nvSpPr>
        <p:spPr>
          <a:xfrm>
            <a:off x="0" y="8892000"/>
            <a:ext cx="6488640" cy="2516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>
              <a:lnSpc>
                <a:spcPct val="100000"/>
              </a:lnSpc>
              <a:buNone/>
              <a:defRPr b="0" lang="bg-BG" sz="11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bg-BG" sz="1100" spc="-1" strike="noStrike">
                <a:solidFill>
                  <a:srgbClr val="000000"/>
                </a:solidFill>
                <a:latin typeface="Times New Roman"/>
              </a:rPr>
              <a:t>Работна група "Образование по програмиране и ИТ", с подкрепата на </a:t>
            </a:r>
            <a:r>
              <a:rPr b="0" lang="en-US" sz="1100" spc="-1" strike="noStrike" u="sng">
                <a:solidFill>
                  <a:srgbClr val="000000"/>
                </a:solidFill>
                <a:uFillTx/>
                <a:latin typeface="Times New Roman"/>
                <a:hlinkClick r:id="rId1"/>
              </a:rPr>
              <a:t>SoftUni</a:t>
            </a:r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PlaceHolder 1"/>
          <p:cNvSpPr>
            <a:spLocks noGrp="1"/>
          </p:cNvSpPr>
          <p:nvPr>
            <p:ph type="sldNum" idx="24"/>
          </p:nvPr>
        </p:nvSpPr>
        <p:spPr>
          <a:xfrm>
            <a:off x="6489000" y="8892000"/>
            <a:ext cx="367200" cy="2516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DCEECB3-723E-435E-A622-44B96E1EDAB0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27</a:t>
            </a:fld>
            <a:r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##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0" name="PlaceHolder 2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01" name="PlaceHolder 3"/>
          <p:cNvSpPr>
            <a:spLocks noGrp="1"/>
          </p:cNvSpPr>
          <p:nvPr>
            <p:ph type="body"/>
          </p:nvPr>
        </p:nvSpPr>
        <p:spPr>
          <a:xfrm>
            <a:off x="688320" y="4416120"/>
            <a:ext cx="5504400" cy="41821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2" name="PlaceHolder 4"/>
          <p:cNvSpPr>
            <a:spLocks noGrp="1"/>
          </p:cNvSpPr>
          <p:nvPr>
            <p:ph type="ftr" idx="25"/>
          </p:nvPr>
        </p:nvSpPr>
        <p:spPr>
          <a:xfrm>
            <a:off x="0" y="8892000"/>
            <a:ext cx="6488640" cy="2516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>
              <a:lnSpc>
                <a:spcPct val="100000"/>
              </a:lnSpc>
              <a:buNone/>
              <a:defRPr b="0" lang="bg-BG" sz="11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bg-BG" sz="1100" spc="-1" strike="noStrike">
                <a:solidFill>
                  <a:srgbClr val="000000"/>
                </a:solidFill>
                <a:latin typeface="Times New Roman"/>
              </a:rPr>
              <a:t>Работна група "Образование по програмиране и ИТ", с подкрепата на </a:t>
            </a:r>
            <a:r>
              <a:rPr b="0" lang="en-US" sz="1100" spc="-1" strike="noStrike" u="sng">
                <a:solidFill>
                  <a:srgbClr val="000000"/>
                </a:solidFill>
                <a:uFillTx/>
                <a:latin typeface="Times New Roman"/>
                <a:hlinkClick r:id="rId1"/>
              </a:rPr>
              <a:t>SoftUni</a:t>
            </a:r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PlaceHolder 1"/>
          <p:cNvSpPr>
            <a:spLocks noGrp="1"/>
          </p:cNvSpPr>
          <p:nvPr>
            <p:ph type="sldNum" idx="26"/>
          </p:nvPr>
        </p:nvSpPr>
        <p:spPr>
          <a:xfrm>
            <a:off x="6489000" y="8892000"/>
            <a:ext cx="367200" cy="2516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613EAA5-5399-4A37-972B-E8C21A308639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27</a:t>
            </a:fld>
            <a:r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##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4" name="PlaceHolder 2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05" name="PlaceHolder 3"/>
          <p:cNvSpPr>
            <a:spLocks noGrp="1"/>
          </p:cNvSpPr>
          <p:nvPr>
            <p:ph type="body"/>
          </p:nvPr>
        </p:nvSpPr>
        <p:spPr>
          <a:xfrm>
            <a:off x="688320" y="4416120"/>
            <a:ext cx="5504400" cy="41821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6" name="PlaceHolder 4"/>
          <p:cNvSpPr>
            <a:spLocks noGrp="1"/>
          </p:cNvSpPr>
          <p:nvPr>
            <p:ph type="ftr" idx="27"/>
          </p:nvPr>
        </p:nvSpPr>
        <p:spPr>
          <a:xfrm>
            <a:off x="0" y="8892000"/>
            <a:ext cx="6488640" cy="2516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>
              <a:lnSpc>
                <a:spcPct val="100000"/>
              </a:lnSpc>
              <a:buNone/>
              <a:defRPr b="0" lang="bg-BG" sz="11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bg-BG" sz="1100" spc="-1" strike="noStrike">
                <a:solidFill>
                  <a:srgbClr val="000000"/>
                </a:solidFill>
                <a:latin typeface="Times New Roman"/>
              </a:rPr>
              <a:t>Работна група "Образование по програмиране и ИТ", с подкрепата на </a:t>
            </a:r>
            <a:r>
              <a:rPr b="0" lang="en-US" sz="1100" spc="-1" strike="noStrike" u="sng">
                <a:solidFill>
                  <a:srgbClr val="000000"/>
                </a:solidFill>
                <a:uFillTx/>
                <a:latin typeface="Times New Roman"/>
                <a:hlinkClick r:id="rId1"/>
              </a:rPr>
              <a:t>SoftUni</a:t>
            </a:r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0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216000"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9" name="PlaceHolder 3"/>
          <p:cNvSpPr>
            <a:spLocks noGrp="1"/>
          </p:cNvSpPr>
          <p:nvPr>
            <p:ph type="sldNum" idx="28"/>
          </p:nvPr>
        </p:nvSpPr>
        <p:spPr>
          <a:xfrm>
            <a:off x="6489000" y="8892000"/>
            <a:ext cx="367200" cy="2516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90FC651-3017-427D-AAAA-4E3446F4C4D5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12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0" name="PlaceHolder 4"/>
          <p:cNvSpPr>
            <a:spLocks noGrp="1"/>
          </p:cNvSpPr>
          <p:nvPr>
            <p:ph type="ftr" idx="29"/>
          </p:nvPr>
        </p:nvSpPr>
        <p:spPr>
          <a:xfrm>
            <a:off x="0" y="8892000"/>
            <a:ext cx="6488640" cy="2516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>
              <a:lnSpc>
                <a:spcPct val="100000"/>
              </a:lnSpc>
              <a:buNone/>
              <a:defRPr b="0" lang="bg-BG" sz="11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bg-BG" sz="1100" spc="-1" strike="noStrike">
                <a:solidFill>
                  <a:srgbClr val="000000"/>
                </a:solidFill>
                <a:latin typeface="Times New Roman"/>
              </a:rPr>
              <a:t>Работна група "Образование по програмиране и ИТ", с подкрепата на </a:t>
            </a:r>
            <a:r>
              <a:rPr b="0" lang="en-US" sz="1100" spc="-1" strike="noStrike" u="sng">
                <a:solidFill>
                  <a:srgbClr val="000000"/>
                </a:solidFill>
                <a:uFillTx/>
                <a:latin typeface="Times New Roman"/>
                <a:hlinkClick r:id="rId1"/>
              </a:rPr>
              <a:t>SoftUni</a:t>
            </a:r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PlaceHolder 1"/>
          <p:cNvSpPr>
            <a:spLocks noGrp="1"/>
          </p:cNvSpPr>
          <p:nvPr>
            <p:ph type="sldNum" idx="30"/>
          </p:nvPr>
        </p:nvSpPr>
        <p:spPr>
          <a:xfrm>
            <a:off x="6489000" y="8892000"/>
            <a:ext cx="367200" cy="2516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C3CB6BC4-0AA3-4461-8D64-93A53BE5221A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12</a:t>
            </a:fld>
            <a:r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##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2" name="PlaceHolder 2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13" name="PlaceHolder 3"/>
          <p:cNvSpPr>
            <a:spLocks noGrp="1"/>
          </p:cNvSpPr>
          <p:nvPr>
            <p:ph type="body"/>
          </p:nvPr>
        </p:nvSpPr>
        <p:spPr>
          <a:xfrm>
            <a:off x="688320" y="4416120"/>
            <a:ext cx="5504400" cy="41821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4" name="PlaceHolder 4"/>
          <p:cNvSpPr>
            <a:spLocks noGrp="1"/>
          </p:cNvSpPr>
          <p:nvPr>
            <p:ph type="ftr" idx="31"/>
          </p:nvPr>
        </p:nvSpPr>
        <p:spPr>
          <a:xfrm>
            <a:off x="0" y="8892000"/>
            <a:ext cx="6488640" cy="2516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>
              <a:lnSpc>
                <a:spcPct val="100000"/>
              </a:lnSpc>
              <a:buNone/>
              <a:defRPr b="0" lang="bg-BG" sz="11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bg-BG" sz="1100" spc="-1" strike="noStrike">
                <a:solidFill>
                  <a:srgbClr val="000000"/>
                </a:solidFill>
                <a:latin typeface="Times New Roman"/>
              </a:rPr>
              <a:t>Работна група "Образование по програмиране и ИТ", с подкрепата на </a:t>
            </a:r>
            <a:r>
              <a:rPr b="0" lang="en-US" sz="1100" spc="-1" strike="noStrike" u="sng">
                <a:solidFill>
                  <a:srgbClr val="000000"/>
                </a:solidFill>
                <a:uFillTx/>
                <a:latin typeface="Times New Roman"/>
                <a:hlinkClick r:id="rId1"/>
              </a:rPr>
              <a:t>SoftUni</a:t>
            </a:r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1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216000"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7" name="PlaceHolder 3"/>
          <p:cNvSpPr>
            <a:spLocks noGrp="1"/>
          </p:cNvSpPr>
          <p:nvPr>
            <p:ph type="sldNum" idx="32"/>
          </p:nvPr>
        </p:nvSpPr>
        <p:spPr>
          <a:xfrm>
            <a:off x="6489000" y="8892000"/>
            <a:ext cx="367200" cy="2516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83AC63D7-457F-4A38-89EF-DFD2C40035CC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14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8" name="PlaceHolder 4"/>
          <p:cNvSpPr>
            <a:spLocks noGrp="1"/>
          </p:cNvSpPr>
          <p:nvPr>
            <p:ph type="ftr" idx="33"/>
          </p:nvPr>
        </p:nvSpPr>
        <p:spPr>
          <a:xfrm>
            <a:off x="0" y="8892000"/>
            <a:ext cx="6488640" cy="2516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>
              <a:lnSpc>
                <a:spcPct val="100000"/>
              </a:lnSpc>
              <a:buNone/>
              <a:defRPr b="0" lang="bg-BG" sz="11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bg-BG" sz="1100" spc="-1" strike="noStrike">
                <a:solidFill>
                  <a:srgbClr val="000000"/>
                </a:solidFill>
                <a:latin typeface="Times New Roman"/>
              </a:rPr>
              <a:t>Работна група "Образование по програмиране и ИТ", с подкрепата на </a:t>
            </a:r>
            <a:r>
              <a:rPr b="0" lang="en-US" sz="1100" spc="-1" strike="noStrike" u="sng">
                <a:solidFill>
                  <a:srgbClr val="000000"/>
                </a:solidFill>
                <a:uFillTx/>
                <a:latin typeface="Times New Roman"/>
                <a:hlinkClick r:id="rId1"/>
              </a:rPr>
              <a:t>SoftUni</a:t>
            </a:r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PlaceHolder 1"/>
          <p:cNvSpPr>
            <a:spLocks noGrp="1"/>
          </p:cNvSpPr>
          <p:nvPr>
            <p:ph type="sldNum" idx="34"/>
          </p:nvPr>
        </p:nvSpPr>
        <p:spPr>
          <a:xfrm>
            <a:off x="6489000" y="8892000"/>
            <a:ext cx="367200" cy="2516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B19DA16C-A8B8-4F57-9231-5853A03CAD6A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14</a:t>
            </a:fld>
            <a:r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##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0" name="PlaceHolder 2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21" name="PlaceHolder 3"/>
          <p:cNvSpPr>
            <a:spLocks noGrp="1"/>
          </p:cNvSpPr>
          <p:nvPr>
            <p:ph type="body"/>
          </p:nvPr>
        </p:nvSpPr>
        <p:spPr>
          <a:xfrm>
            <a:off x="688320" y="4416120"/>
            <a:ext cx="5504400" cy="41821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2" name="PlaceHolder 4"/>
          <p:cNvSpPr>
            <a:spLocks noGrp="1"/>
          </p:cNvSpPr>
          <p:nvPr>
            <p:ph type="ftr" idx="35"/>
          </p:nvPr>
        </p:nvSpPr>
        <p:spPr>
          <a:xfrm>
            <a:off x="0" y="8892000"/>
            <a:ext cx="6488640" cy="2516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>
              <a:lnSpc>
                <a:spcPct val="100000"/>
              </a:lnSpc>
              <a:buNone/>
              <a:defRPr b="0" lang="bg-BG" sz="11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bg-BG" sz="1100" spc="-1" strike="noStrike">
                <a:solidFill>
                  <a:srgbClr val="000000"/>
                </a:solidFill>
                <a:latin typeface="Times New Roman"/>
              </a:rPr>
              <a:t>Работна група "Образование по програмиране и ИТ", с подкрепата на </a:t>
            </a:r>
            <a:r>
              <a:rPr b="0" lang="en-US" sz="1100" spc="-1" strike="noStrike" u="sng">
                <a:solidFill>
                  <a:srgbClr val="000000"/>
                </a:solidFill>
                <a:uFillTx/>
                <a:latin typeface="Times New Roman"/>
                <a:hlinkClick r:id="rId1"/>
              </a:rPr>
              <a:t>SoftUni</a:t>
            </a:r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216000"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5" name="PlaceHolder 3"/>
          <p:cNvSpPr>
            <a:spLocks noGrp="1"/>
          </p:cNvSpPr>
          <p:nvPr>
            <p:ph type="sldNum" idx="36"/>
          </p:nvPr>
        </p:nvSpPr>
        <p:spPr>
          <a:xfrm>
            <a:off x="6489000" y="8892000"/>
            <a:ext cx="367200" cy="2516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A05BF56C-9BA9-4AC3-B10F-FAF6905AA93B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16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6" name="PlaceHolder 4"/>
          <p:cNvSpPr>
            <a:spLocks noGrp="1"/>
          </p:cNvSpPr>
          <p:nvPr>
            <p:ph type="ftr" idx="37"/>
          </p:nvPr>
        </p:nvSpPr>
        <p:spPr>
          <a:xfrm>
            <a:off x="0" y="8892000"/>
            <a:ext cx="6488640" cy="2516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>
              <a:lnSpc>
                <a:spcPct val="100000"/>
              </a:lnSpc>
              <a:buNone/>
              <a:defRPr b="0" lang="bg-BG" sz="11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bg-BG" sz="1100" spc="-1" strike="noStrike">
                <a:solidFill>
                  <a:srgbClr val="000000"/>
                </a:solidFill>
                <a:latin typeface="Times New Roman"/>
              </a:rPr>
              <a:t>Работна група "Образование по програмиране и ИТ", с подкрепата на </a:t>
            </a:r>
            <a:r>
              <a:rPr b="0" lang="en-US" sz="1100" spc="-1" strike="noStrike" u="sng">
                <a:solidFill>
                  <a:srgbClr val="000000"/>
                </a:solidFill>
                <a:uFillTx/>
                <a:latin typeface="Times New Roman"/>
                <a:hlinkClick r:id="rId1"/>
              </a:rPr>
              <a:t>SoftUni</a:t>
            </a:r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PlaceHolder 1"/>
          <p:cNvSpPr>
            <a:spLocks noGrp="1"/>
          </p:cNvSpPr>
          <p:nvPr>
            <p:ph type="sldNum" idx="38"/>
          </p:nvPr>
        </p:nvSpPr>
        <p:spPr>
          <a:xfrm>
            <a:off x="6489000" y="8892000"/>
            <a:ext cx="367200" cy="2516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A4F95F2-1377-4761-891D-965056FC0A08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16</a:t>
            </a:fld>
            <a:r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##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8" name="PlaceHolder 2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29" name="PlaceHolder 3"/>
          <p:cNvSpPr>
            <a:spLocks noGrp="1"/>
          </p:cNvSpPr>
          <p:nvPr>
            <p:ph type="body"/>
          </p:nvPr>
        </p:nvSpPr>
        <p:spPr>
          <a:xfrm>
            <a:off x="688320" y="4416120"/>
            <a:ext cx="5504400" cy="41821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0" name="PlaceHolder 4"/>
          <p:cNvSpPr>
            <a:spLocks noGrp="1"/>
          </p:cNvSpPr>
          <p:nvPr>
            <p:ph type="ftr" idx="39"/>
          </p:nvPr>
        </p:nvSpPr>
        <p:spPr>
          <a:xfrm>
            <a:off x="0" y="8892000"/>
            <a:ext cx="6488640" cy="2516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>
              <a:lnSpc>
                <a:spcPct val="100000"/>
              </a:lnSpc>
              <a:buNone/>
              <a:defRPr b="0" lang="bg-BG" sz="11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bg-BG" sz="1100" spc="-1" strike="noStrike">
                <a:solidFill>
                  <a:srgbClr val="000000"/>
                </a:solidFill>
                <a:latin typeface="Times New Roman"/>
              </a:rPr>
              <a:t>Работна група "Образование по програмиране и ИТ", с подкрепата на </a:t>
            </a:r>
            <a:r>
              <a:rPr b="0" lang="en-US" sz="1100" spc="-1" strike="noStrike" u="sng">
                <a:solidFill>
                  <a:srgbClr val="000000"/>
                </a:solidFill>
                <a:uFillTx/>
                <a:latin typeface="Times New Roman"/>
                <a:hlinkClick r:id="rId1"/>
              </a:rPr>
              <a:t>SoftUni</a:t>
            </a:r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3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216000"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3" name="PlaceHolder 3"/>
          <p:cNvSpPr>
            <a:spLocks noGrp="1"/>
          </p:cNvSpPr>
          <p:nvPr>
            <p:ph type="sldNum" idx="40"/>
          </p:nvPr>
        </p:nvSpPr>
        <p:spPr>
          <a:xfrm>
            <a:off x="6489000" y="8892000"/>
            <a:ext cx="367200" cy="2516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EBAB65A1-4B0D-4278-BE9B-5288218E6953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18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4" name="PlaceHolder 4"/>
          <p:cNvSpPr>
            <a:spLocks noGrp="1"/>
          </p:cNvSpPr>
          <p:nvPr>
            <p:ph type="ftr" idx="41"/>
          </p:nvPr>
        </p:nvSpPr>
        <p:spPr>
          <a:xfrm>
            <a:off x="0" y="8892000"/>
            <a:ext cx="6488640" cy="2516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>
              <a:lnSpc>
                <a:spcPct val="100000"/>
              </a:lnSpc>
              <a:buNone/>
              <a:defRPr b="0" lang="bg-BG" sz="11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bg-BG" sz="1100" spc="-1" strike="noStrike">
                <a:solidFill>
                  <a:srgbClr val="000000"/>
                </a:solidFill>
                <a:latin typeface="Times New Roman"/>
              </a:rPr>
              <a:t>Работна група "Образование по програмиране и ИТ", с подкрепата на </a:t>
            </a:r>
            <a:r>
              <a:rPr b="0" lang="en-US" sz="1100" spc="-1" strike="noStrike" u="sng">
                <a:solidFill>
                  <a:srgbClr val="000000"/>
                </a:solidFill>
                <a:uFillTx/>
                <a:latin typeface="Times New Roman"/>
                <a:hlinkClick r:id="rId1"/>
              </a:rPr>
              <a:t>SoftUni</a:t>
            </a:r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PlaceHolder 1"/>
          <p:cNvSpPr>
            <a:spLocks noGrp="1"/>
          </p:cNvSpPr>
          <p:nvPr>
            <p:ph type="sldNum" idx="42"/>
          </p:nvPr>
        </p:nvSpPr>
        <p:spPr>
          <a:xfrm>
            <a:off x="6489000" y="8892000"/>
            <a:ext cx="367200" cy="2516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F9BC497A-B1FD-40CC-83ED-495AC3D1A039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18</a:t>
            </a:fld>
            <a:r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##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6" name="PlaceHolder 2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37" name="PlaceHolder 3"/>
          <p:cNvSpPr>
            <a:spLocks noGrp="1"/>
          </p:cNvSpPr>
          <p:nvPr>
            <p:ph type="body"/>
          </p:nvPr>
        </p:nvSpPr>
        <p:spPr>
          <a:xfrm>
            <a:off x="688320" y="4416120"/>
            <a:ext cx="5504400" cy="41821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8" name="PlaceHolder 4"/>
          <p:cNvSpPr>
            <a:spLocks noGrp="1"/>
          </p:cNvSpPr>
          <p:nvPr>
            <p:ph type="ftr" idx="43"/>
          </p:nvPr>
        </p:nvSpPr>
        <p:spPr>
          <a:xfrm>
            <a:off x="0" y="8892000"/>
            <a:ext cx="6488640" cy="2516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>
              <a:lnSpc>
                <a:spcPct val="100000"/>
              </a:lnSpc>
              <a:buNone/>
              <a:defRPr b="0" lang="bg-BG" sz="11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bg-BG" sz="1100" spc="-1" strike="noStrike">
                <a:solidFill>
                  <a:srgbClr val="000000"/>
                </a:solidFill>
                <a:latin typeface="Times New Roman"/>
              </a:rPr>
              <a:t>Работна група "Образование по програмиране и ИТ", с подкрепата на </a:t>
            </a:r>
            <a:r>
              <a:rPr b="0" lang="en-US" sz="1100" spc="-1" strike="noStrike" u="sng">
                <a:solidFill>
                  <a:srgbClr val="000000"/>
                </a:solidFill>
                <a:uFillTx/>
                <a:latin typeface="Times New Roman"/>
                <a:hlinkClick r:id="rId1"/>
              </a:rPr>
              <a:t>SoftUni</a:t>
            </a:r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PlaceHolder 1"/>
          <p:cNvSpPr>
            <a:spLocks noGrp="1"/>
          </p:cNvSpPr>
          <p:nvPr>
            <p:ph type="sldNum" idx="44"/>
          </p:nvPr>
        </p:nvSpPr>
        <p:spPr>
          <a:xfrm>
            <a:off x="6489000" y="8892000"/>
            <a:ext cx="367200" cy="2516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A475EA86-0B98-4BD0-B303-EDAB886311A0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18</a:t>
            </a:fld>
            <a:r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##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0" name="PlaceHolder 2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41" name="PlaceHolder 3"/>
          <p:cNvSpPr>
            <a:spLocks noGrp="1"/>
          </p:cNvSpPr>
          <p:nvPr>
            <p:ph type="body"/>
          </p:nvPr>
        </p:nvSpPr>
        <p:spPr>
          <a:xfrm>
            <a:off x="688320" y="4416120"/>
            <a:ext cx="5504400" cy="41821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2" name="PlaceHolder 4"/>
          <p:cNvSpPr>
            <a:spLocks noGrp="1"/>
          </p:cNvSpPr>
          <p:nvPr>
            <p:ph type="ftr" idx="45"/>
          </p:nvPr>
        </p:nvSpPr>
        <p:spPr>
          <a:xfrm>
            <a:off x="0" y="8892000"/>
            <a:ext cx="6488640" cy="2516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>
              <a:lnSpc>
                <a:spcPct val="100000"/>
              </a:lnSpc>
              <a:buNone/>
              <a:defRPr b="0" lang="bg-BG" sz="11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bg-BG" sz="1100" spc="-1" strike="noStrike">
                <a:solidFill>
                  <a:srgbClr val="000000"/>
                </a:solidFill>
                <a:latin typeface="Times New Roman"/>
              </a:rPr>
              <a:t>Работна група "Образование по програмиране и ИТ", с подкрепата на </a:t>
            </a:r>
            <a:r>
              <a:rPr b="0" lang="en-US" sz="1100" spc="-1" strike="noStrike" u="sng">
                <a:solidFill>
                  <a:srgbClr val="000000"/>
                </a:solidFill>
                <a:uFillTx/>
                <a:latin typeface="Times New Roman"/>
                <a:hlinkClick r:id="rId1"/>
              </a:rPr>
              <a:t>SoftUni</a:t>
            </a:r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PlaceHolder 1"/>
          <p:cNvSpPr>
            <a:spLocks noGrp="1"/>
          </p:cNvSpPr>
          <p:nvPr>
            <p:ph type="sldNum" idx="46"/>
          </p:nvPr>
        </p:nvSpPr>
        <p:spPr>
          <a:xfrm>
            <a:off x="6489000" y="8892000"/>
            <a:ext cx="367200" cy="2516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6E4C704-AB2D-4C9F-967E-DC1095999CEB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18</a:t>
            </a:fld>
            <a:r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##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4" name="PlaceHolder 2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45" name="PlaceHolder 3"/>
          <p:cNvSpPr>
            <a:spLocks noGrp="1"/>
          </p:cNvSpPr>
          <p:nvPr>
            <p:ph type="body"/>
          </p:nvPr>
        </p:nvSpPr>
        <p:spPr>
          <a:xfrm>
            <a:off x="688320" y="4416120"/>
            <a:ext cx="5504400" cy="41821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6" name="PlaceHolder 4"/>
          <p:cNvSpPr>
            <a:spLocks noGrp="1"/>
          </p:cNvSpPr>
          <p:nvPr>
            <p:ph type="ftr" idx="47"/>
          </p:nvPr>
        </p:nvSpPr>
        <p:spPr>
          <a:xfrm>
            <a:off x="0" y="8892000"/>
            <a:ext cx="6488640" cy="2516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>
              <a:lnSpc>
                <a:spcPct val="100000"/>
              </a:lnSpc>
              <a:buNone/>
              <a:defRPr b="0" lang="bg-BG" sz="11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bg-BG" sz="1100" spc="-1" strike="noStrike">
                <a:solidFill>
                  <a:srgbClr val="000000"/>
                </a:solidFill>
                <a:latin typeface="Times New Roman"/>
              </a:rPr>
              <a:t>Работна група "Образование по програмиране и ИТ", с подкрепата на </a:t>
            </a:r>
            <a:r>
              <a:rPr b="0" lang="en-US" sz="1100" spc="-1" strike="noStrike" u="sng">
                <a:solidFill>
                  <a:srgbClr val="000000"/>
                </a:solidFill>
                <a:uFillTx/>
                <a:latin typeface="Times New Roman"/>
                <a:hlinkClick r:id="rId1"/>
              </a:rPr>
              <a:t>SoftUni</a:t>
            </a:r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PlaceHolder 1"/>
          <p:cNvSpPr>
            <a:spLocks noGrp="1"/>
          </p:cNvSpPr>
          <p:nvPr>
            <p:ph type="sldNum" idx="48"/>
          </p:nvPr>
        </p:nvSpPr>
        <p:spPr>
          <a:xfrm>
            <a:off x="6489000" y="8892000"/>
            <a:ext cx="367200" cy="2516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D1DB6E3-3F3A-4285-94D9-4D924DFF0FEF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18</a:t>
            </a:fld>
            <a:r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##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8" name="PlaceHolder 2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49" name="PlaceHolder 3"/>
          <p:cNvSpPr>
            <a:spLocks noGrp="1"/>
          </p:cNvSpPr>
          <p:nvPr>
            <p:ph type="body"/>
          </p:nvPr>
        </p:nvSpPr>
        <p:spPr>
          <a:xfrm>
            <a:off x="688320" y="4416120"/>
            <a:ext cx="5504400" cy="41821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0" name="PlaceHolder 4"/>
          <p:cNvSpPr>
            <a:spLocks noGrp="1"/>
          </p:cNvSpPr>
          <p:nvPr>
            <p:ph type="ftr" idx="49"/>
          </p:nvPr>
        </p:nvSpPr>
        <p:spPr>
          <a:xfrm>
            <a:off x="0" y="8892000"/>
            <a:ext cx="6488640" cy="2516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>
              <a:lnSpc>
                <a:spcPct val="100000"/>
              </a:lnSpc>
              <a:buNone/>
              <a:defRPr b="0" lang="bg-BG" sz="11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bg-BG" sz="1100" spc="-1" strike="noStrike">
                <a:solidFill>
                  <a:srgbClr val="000000"/>
                </a:solidFill>
                <a:latin typeface="Times New Roman"/>
              </a:rPr>
              <a:t>Работна група "Образование по програмиране и ИТ", с подкрепата на </a:t>
            </a:r>
            <a:r>
              <a:rPr b="0" lang="en-US" sz="1100" spc="-1" strike="noStrike" u="sng">
                <a:solidFill>
                  <a:srgbClr val="000000"/>
                </a:solidFill>
                <a:uFillTx/>
                <a:latin typeface="Times New Roman"/>
                <a:hlinkClick r:id="rId1"/>
              </a:rPr>
              <a:t>SoftUni</a:t>
            </a:r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PlaceHolder 1"/>
          <p:cNvSpPr>
            <a:spLocks noGrp="1"/>
          </p:cNvSpPr>
          <p:nvPr>
            <p:ph type="hdr"/>
          </p:nvPr>
        </p:nvSpPr>
        <p:spPr>
          <a:xfrm>
            <a:off x="0" y="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*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2" name="PlaceHolder 2"/>
          <p:cNvSpPr>
            <a:spLocks noGrp="1"/>
          </p:cNvSpPr>
          <p:nvPr>
            <p:ph type="dt" idx="50"/>
          </p:nvPr>
        </p:nvSpPr>
        <p:spPr>
          <a:xfrm>
            <a:off x="3884760" y="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07/16/96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3" name="PlaceHolder 3"/>
          <p:cNvSpPr>
            <a:spLocks noGrp="1"/>
          </p:cNvSpPr>
          <p:nvPr>
            <p:ph type="sldNum" idx="51"/>
          </p:nvPr>
        </p:nvSpPr>
        <p:spPr>
          <a:xfrm>
            <a:off x="6489000" y="8892000"/>
            <a:ext cx="367200" cy="2516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E621F09F-C1E3-4CCA-BFCD-20DF089E9B5E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18</a:t>
            </a:fld>
            <a:r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##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4" name="PlaceHolder 4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55" name="PlaceHolder 5"/>
          <p:cNvSpPr>
            <a:spLocks noGrp="1"/>
          </p:cNvSpPr>
          <p:nvPr>
            <p:ph type="body"/>
          </p:nvPr>
        </p:nvSpPr>
        <p:spPr>
          <a:xfrm>
            <a:off x="687960" y="4415400"/>
            <a:ext cx="5505840" cy="41828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6" name="PlaceHolder 6"/>
          <p:cNvSpPr>
            <a:spLocks noGrp="1"/>
          </p:cNvSpPr>
          <p:nvPr>
            <p:ph type="ftr" idx="52"/>
          </p:nvPr>
        </p:nvSpPr>
        <p:spPr>
          <a:xfrm>
            <a:off x="0" y="8892000"/>
            <a:ext cx="6488640" cy="2516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>
              <a:lnSpc>
                <a:spcPct val="100000"/>
              </a:lnSpc>
              <a:buNone/>
              <a:defRPr b="0" lang="bg-BG" sz="11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bg-BG" sz="1100" spc="-1" strike="noStrike">
                <a:solidFill>
                  <a:srgbClr val="000000"/>
                </a:solidFill>
                <a:latin typeface="Times New Roman"/>
              </a:rPr>
              <a:t>Работна група "Образование по програмиране и ИТ", с подкрепата на </a:t>
            </a:r>
            <a:r>
              <a:rPr b="0" lang="en-US" sz="1100" spc="-1" strike="noStrike" u="sng">
                <a:solidFill>
                  <a:srgbClr val="000000"/>
                </a:solidFill>
                <a:uFillTx/>
                <a:latin typeface="Times New Roman"/>
                <a:hlinkClick r:id="rId1"/>
              </a:rPr>
              <a:t>SoftUni</a:t>
            </a:r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PlaceHolder 1"/>
          <p:cNvSpPr>
            <a:spLocks noGrp="1"/>
          </p:cNvSpPr>
          <p:nvPr>
            <p:ph type="sldNum" idx="53"/>
          </p:nvPr>
        </p:nvSpPr>
        <p:spPr>
          <a:xfrm>
            <a:off x="6489000" y="8892000"/>
            <a:ext cx="367200" cy="2516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DF013457-DE2C-4D17-8CAC-0E4674636CA4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18</a:t>
            </a:fld>
            <a:r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##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8" name="PlaceHolder 2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59" name="PlaceHolder 3"/>
          <p:cNvSpPr>
            <a:spLocks noGrp="1"/>
          </p:cNvSpPr>
          <p:nvPr>
            <p:ph type="body"/>
          </p:nvPr>
        </p:nvSpPr>
        <p:spPr>
          <a:xfrm>
            <a:off x="688320" y="4416120"/>
            <a:ext cx="5504400" cy="41821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0" name="PlaceHolder 4"/>
          <p:cNvSpPr>
            <a:spLocks noGrp="1"/>
          </p:cNvSpPr>
          <p:nvPr>
            <p:ph type="ftr" idx="54"/>
          </p:nvPr>
        </p:nvSpPr>
        <p:spPr>
          <a:xfrm>
            <a:off x="0" y="8892000"/>
            <a:ext cx="6488640" cy="2516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>
              <a:lnSpc>
                <a:spcPct val="100000"/>
              </a:lnSpc>
              <a:buNone/>
              <a:defRPr b="0" lang="bg-BG" sz="11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bg-BG" sz="1100" spc="-1" strike="noStrike">
                <a:solidFill>
                  <a:srgbClr val="000000"/>
                </a:solidFill>
                <a:latin typeface="Times New Roman"/>
              </a:rPr>
              <a:t>Работна група "Образование по програмиране и ИТ", с подкрепата на </a:t>
            </a:r>
            <a:r>
              <a:rPr b="0" lang="en-US" sz="1100" spc="-1" strike="noStrike" u="sng">
                <a:solidFill>
                  <a:srgbClr val="000000"/>
                </a:solidFill>
                <a:uFillTx/>
                <a:latin typeface="Times New Roman"/>
                <a:hlinkClick r:id="rId1"/>
              </a:rPr>
              <a:t>SoftUni</a:t>
            </a:r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6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3" name="Slide Number Placeholder 5"/>
          <p:cNvSpPr/>
          <p:nvPr/>
        </p:nvSpPr>
        <p:spPr>
          <a:xfrm>
            <a:off x="6489000" y="8847000"/>
            <a:ext cx="367200" cy="29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1AE3BBDF-C37B-4E22-9579-271C4FC33D23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4" name="PlaceHolder 3"/>
          <p:cNvSpPr>
            <a:spLocks noGrp="1"/>
          </p:cNvSpPr>
          <p:nvPr>
            <p:ph type="ftr" idx="55"/>
          </p:nvPr>
        </p:nvSpPr>
        <p:spPr>
          <a:xfrm>
            <a:off x="0" y="8892000"/>
            <a:ext cx="6488640" cy="2516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>
              <a:lnSpc>
                <a:spcPct val="100000"/>
              </a:lnSpc>
              <a:buNone/>
              <a:defRPr b="0" lang="bg-BG" sz="11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bg-BG" sz="1100" spc="-1" strike="noStrike">
                <a:solidFill>
                  <a:srgbClr val="000000"/>
                </a:solidFill>
                <a:latin typeface="Times New Roman"/>
              </a:rPr>
              <a:t>Работна група "Образование по програмиране и ИТ", с подкрепата на </a:t>
            </a:r>
            <a:r>
              <a:rPr b="0" lang="en-US" sz="1100" spc="-1" strike="noStrike" u="sng">
                <a:solidFill>
                  <a:srgbClr val="000000"/>
                </a:solidFill>
                <a:uFillTx/>
                <a:latin typeface="Times New Roman"/>
                <a:hlinkClick r:id="rId1"/>
              </a:rPr>
              <a:t>SoftUni</a:t>
            </a:r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7" name="Slide Number Placeholder 5"/>
          <p:cNvSpPr/>
          <p:nvPr/>
        </p:nvSpPr>
        <p:spPr>
          <a:xfrm>
            <a:off x="6489000" y="8847000"/>
            <a:ext cx="367200" cy="29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10841FFB-7D6C-4B6F-B992-12B508049482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8" name="PlaceHolder 3"/>
          <p:cNvSpPr>
            <a:spLocks noGrp="1"/>
          </p:cNvSpPr>
          <p:nvPr>
            <p:ph type="ftr" idx="56"/>
          </p:nvPr>
        </p:nvSpPr>
        <p:spPr>
          <a:xfrm>
            <a:off x="0" y="8892000"/>
            <a:ext cx="6488640" cy="2516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>
              <a:lnSpc>
                <a:spcPct val="100000"/>
              </a:lnSpc>
              <a:buNone/>
              <a:defRPr b="0" lang="bg-BG" sz="11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bg-BG" sz="1100" spc="-1" strike="noStrike">
                <a:solidFill>
                  <a:srgbClr val="000000"/>
                </a:solidFill>
                <a:latin typeface="Times New Roman"/>
              </a:rPr>
              <a:t>Работна група "Образование по програмиране и ИТ", с подкрепата на </a:t>
            </a:r>
            <a:r>
              <a:rPr b="0" lang="en-US" sz="1100" spc="-1" strike="noStrike" u="sng">
                <a:solidFill>
                  <a:srgbClr val="000000"/>
                </a:solidFill>
                <a:uFillTx/>
                <a:latin typeface="Times New Roman"/>
                <a:hlinkClick r:id="rId1"/>
              </a:rPr>
              <a:t>SoftUni</a:t>
            </a:r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7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1" name="Slide Number Placeholder 5"/>
          <p:cNvSpPr/>
          <p:nvPr/>
        </p:nvSpPr>
        <p:spPr>
          <a:xfrm>
            <a:off x="6489000" y="8847000"/>
            <a:ext cx="367200" cy="29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35B17A95-1ADD-4F64-A7A9-4240EF0DEB49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2" name="PlaceHolder 3"/>
          <p:cNvSpPr>
            <a:spLocks noGrp="1"/>
          </p:cNvSpPr>
          <p:nvPr>
            <p:ph type="ftr" idx="57"/>
          </p:nvPr>
        </p:nvSpPr>
        <p:spPr>
          <a:xfrm>
            <a:off x="0" y="8892000"/>
            <a:ext cx="6488640" cy="2516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>
              <a:lnSpc>
                <a:spcPct val="100000"/>
              </a:lnSpc>
              <a:buNone/>
              <a:defRPr b="0" lang="bg-BG" sz="11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bg-BG" sz="1100" spc="-1" strike="noStrike">
                <a:solidFill>
                  <a:srgbClr val="000000"/>
                </a:solidFill>
                <a:latin typeface="Times New Roman"/>
              </a:rPr>
              <a:t>Работна група "Образование по програмиране и ИТ", с подкрепата на </a:t>
            </a:r>
            <a:r>
              <a:rPr b="0" lang="en-US" sz="1100" spc="-1" strike="noStrike" u="sng">
                <a:solidFill>
                  <a:srgbClr val="000000"/>
                </a:solidFill>
                <a:uFillTx/>
                <a:latin typeface="Times New Roman"/>
                <a:hlinkClick r:id="rId1"/>
              </a:rPr>
              <a:t>SoftUni</a:t>
            </a:r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ubTitle"/>
          </p:nvPr>
        </p:nvSpPr>
        <p:spPr>
          <a:xfrm>
            <a:off x="190440" y="1196280"/>
            <a:ext cx="11817720" cy="55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190440" y="1196280"/>
            <a:ext cx="11817720" cy="55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/>
          </p:nvPr>
        </p:nvSpPr>
        <p:spPr>
          <a:xfrm>
            <a:off x="190440" y="1196280"/>
            <a:ext cx="5766840" cy="55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/>
          </p:nvPr>
        </p:nvSpPr>
        <p:spPr>
          <a:xfrm>
            <a:off x="6246000" y="1196280"/>
            <a:ext cx="5766840" cy="55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subTitle"/>
          </p:nvPr>
        </p:nvSpPr>
        <p:spPr>
          <a:xfrm>
            <a:off x="190440" y="100800"/>
            <a:ext cx="10270080" cy="409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190440" y="1196280"/>
            <a:ext cx="576684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46000" y="1196280"/>
            <a:ext cx="5766840" cy="55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190440" y="4084200"/>
            <a:ext cx="576684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190440" y="1196280"/>
            <a:ext cx="5766840" cy="55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46000" y="1196280"/>
            <a:ext cx="576684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6246000" y="4084200"/>
            <a:ext cx="576684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190440" y="1196280"/>
            <a:ext cx="576684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246000" y="1196280"/>
            <a:ext cx="576684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190440" y="4084200"/>
            <a:ext cx="1181772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/>
          </p:nvPr>
        </p:nvSpPr>
        <p:spPr>
          <a:xfrm>
            <a:off x="190440" y="1196280"/>
            <a:ext cx="1181772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/>
          </p:nvPr>
        </p:nvSpPr>
        <p:spPr>
          <a:xfrm>
            <a:off x="190440" y="4084200"/>
            <a:ext cx="1181772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/>
          </p:nvPr>
        </p:nvSpPr>
        <p:spPr>
          <a:xfrm>
            <a:off x="190440" y="1196280"/>
            <a:ext cx="576684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/>
          </p:nvPr>
        </p:nvSpPr>
        <p:spPr>
          <a:xfrm>
            <a:off x="6246000" y="1196280"/>
            <a:ext cx="576684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/>
          </p:nvPr>
        </p:nvSpPr>
        <p:spPr>
          <a:xfrm>
            <a:off x="190440" y="4084200"/>
            <a:ext cx="576684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/>
          </p:nvPr>
        </p:nvSpPr>
        <p:spPr>
          <a:xfrm>
            <a:off x="6246000" y="4084200"/>
            <a:ext cx="576684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/>
          </p:nvPr>
        </p:nvSpPr>
        <p:spPr>
          <a:xfrm>
            <a:off x="190440" y="1196280"/>
            <a:ext cx="380520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/>
          </p:nvPr>
        </p:nvSpPr>
        <p:spPr>
          <a:xfrm>
            <a:off x="4186440" y="1196280"/>
            <a:ext cx="380520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/>
          </p:nvPr>
        </p:nvSpPr>
        <p:spPr>
          <a:xfrm>
            <a:off x="8182080" y="1196280"/>
            <a:ext cx="380520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/>
          </p:nvPr>
        </p:nvSpPr>
        <p:spPr>
          <a:xfrm>
            <a:off x="190440" y="4084200"/>
            <a:ext cx="380520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/>
          </p:nvPr>
        </p:nvSpPr>
        <p:spPr>
          <a:xfrm>
            <a:off x="4186440" y="4084200"/>
            <a:ext cx="380520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44" name="PlaceHolder 7"/>
          <p:cNvSpPr>
            <a:spLocks noGrp="1"/>
          </p:cNvSpPr>
          <p:nvPr>
            <p:ph/>
          </p:nvPr>
        </p:nvSpPr>
        <p:spPr>
          <a:xfrm>
            <a:off x="8182080" y="4084200"/>
            <a:ext cx="380520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5AC37929-6D19-407A-A67E-06B961C7084B}" type="slidenum">
              <a:t>&lt;#&gt;</a:t>
            </a:fld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subTitle"/>
          </p:nvPr>
        </p:nvSpPr>
        <p:spPr>
          <a:xfrm>
            <a:off x="190440" y="1196280"/>
            <a:ext cx="11817720" cy="55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42E9C7D8-E0D9-49A7-B400-10C3BB5C9BE0}" type="slidenum">
              <a:t>&lt;#&gt;</a:t>
            </a:fld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/>
          </p:nvPr>
        </p:nvSpPr>
        <p:spPr>
          <a:xfrm>
            <a:off x="190440" y="1196280"/>
            <a:ext cx="11817720" cy="55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B607D890-B0C9-42FC-98C5-3480A7DAB536}" type="slidenum">
              <a:t>&lt;#&gt;</a:t>
            </a:fld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/>
          </p:nvPr>
        </p:nvSpPr>
        <p:spPr>
          <a:xfrm>
            <a:off x="190440" y="1196280"/>
            <a:ext cx="5766840" cy="55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/>
          </p:nvPr>
        </p:nvSpPr>
        <p:spPr>
          <a:xfrm>
            <a:off x="6246000" y="1196280"/>
            <a:ext cx="5766840" cy="55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79BE3A59-C34C-46C6-AB7E-C3E0E27A96B1}" type="slidenum">
              <a:t>&lt;#&gt;</a:t>
            </a:fld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3BFEE8EE-6DD9-433B-8E6F-9CF2AF3E663A}" type="slidenum">
              <a:t>&lt;#&gt;</a:t>
            </a:fld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subTitle"/>
          </p:nvPr>
        </p:nvSpPr>
        <p:spPr>
          <a:xfrm>
            <a:off x="190440" y="100800"/>
            <a:ext cx="10270080" cy="409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3F564AA9-D897-4C3B-916D-28B748D2393A}" type="slidenum">
              <a:t>&lt;#&gt;</a:t>
            </a:fld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190440" y="1196280"/>
            <a:ext cx="576684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6246000" y="1196280"/>
            <a:ext cx="5766840" cy="55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190440" y="4084200"/>
            <a:ext cx="576684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CF532DBE-6A9B-4D1C-B87D-7CADCF8A2398}" type="slidenum">
              <a:t>&lt;#&gt;</a:t>
            </a:fld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190440" y="1196280"/>
            <a:ext cx="5766840" cy="55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6246000" y="1196280"/>
            <a:ext cx="576684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6246000" y="4084200"/>
            <a:ext cx="576684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9DBF268E-C18F-418F-879C-CAE71E5436F7}" type="slidenum">
              <a:t>&lt;#&gt;</a:t>
            </a:fld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190440" y="1196280"/>
            <a:ext cx="576684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6246000" y="1196280"/>
            <a:ext cx="576684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190440" y="4084200"/>
            <a:ext cx="1181772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146DFAFE-0AB9-4ED9-9B83-147CC878EEDA}" type="slidenum">
              <a:t>&lt;#&gt;</a:t>
            </a:fld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190440" y="1196280"/>
            <a:ext cx="1181772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190440" y="4084200"/>
            <a:ext cx="1181772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DC23478D-6B8B-43E5-A6AC-65B692962D8B}" type="slidenum">
              <a:t>&lt;#&gt;</a:t>
            </a:fld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/>
          </p:nvPr>
        </p:nvSpPr>
        <p:spPr>
          <a:xfrm>
            <a:off x="190440" y="1196280"/>
            <a:ext cx="576684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76" name="PlaceHolder 3"/>
          <p:cNvSpPr>
            <a:spLocks noGrp="1"/>
          </p:cNvSpPr>
          <p:nvPr>
            <p:ph/>
          </p:nvPr>
        </p:nvSpPr>
        <p:spPr>
          <a:xfrm>
            <a:off x="6246000" y="1196280"/>
            <a:ext cx="576684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77" name="PlaceHolder 4"/>
          <p:cNvSpPr>
            <a:spLocks noGrp="1"/>
          </p:cNvSpPr>
          <p:nvPr>
            <p:ph/>
          </p:nvPr>
        </p:nvSpPr>
        <p:spPr>
          <a:xfrm>
            <a:off x="190440" y="4084200"/>
            <a:ext cx="576684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78" name="PlaceHolder 5"/>
          <p:cNvSpPr>
            <a:spLocks noGrp="1"/>
          </p:cNvSpPr>
          <p:nvPr>
            <p:ph/>
          </p:nvPr>
        </p:nvSpPr>
        <p:spPr>
          <a:xfrm>
            <a:off x="6246000" y="4084200"/>
            <a:ext cx="576684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8585BC37-82F9-4F2B-AFBC-20D9E441AA5D}" type="slidenum">
              <a:t>&lt;#&gt;</a:t>
            </a:fld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190440" y="1196280"/>
            <a:ext cx="380520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186440" y="1196280"/>
            <a:ext cx="380520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82" name="PlaceHolder 4"/>
          <p:cNvSpPr>
            <a:spLocks noGrp="1"/>
          </p:cNvSpPr>
          <p:nvPr>
            <p:ph/>
          </p:nvPr>
        </p:nvSpPr>
        <p:spPr>
          <a:xfrm>
            <a:off x="8182080" y="1196280"/>
            <a:ext cx="380520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83" name="PlaceHolder 5"/>
          <p:cNvSpPr>
            <a:spLocks noGrp="1"/>
          </p:cNvSpPr>
          <p:nvPr>
            <p:ph/>
          </p:nvPr>
        </p:nvSpPr>
        <p:spPr>
          <a:xfrm>
            <a:off x="190440" y="4084200"/>
            <a:ext cx="380520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84" name="PlaceHolder 6"/>
          <p:cNvSpPr>
            <a:spLocks noGrp="1"/>
          </p:cNvSpPr>
          <p:nvPr>
            <p:ph/>
          </p:nvPr>
        </p:nvSpPr>
        <p:spPr>
          <a:xfrm>
            <a:off x="4186440" y="4084200"/>
            <a:ext cx="380520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85" name="PlaceHolder 7"/>
          <p:cNvSpPr>
            <a:spLocks noGrp="1"/>
          </p:cNvSpPr>
          <p:nvPr>
            <p:ph/>
          </p:nvPr>
        </p:nvSpPr>
        <p:spPr>
          <a:xfrm>
            <a:off x="8182080" y="4084200"/>
            <a:ext cx="380520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6047BFCB-9E89-41A9-B476-2DFCFA25C071}" type="slidenum">
              <a:t>&lt;#&gt;</a:t>
            </a:fld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 type="subTitle"/>
          </p:nvPr>
        </p:nvSpPr>
        <p:spPr>
          <a:xfrm>
            <a:off x="190440" y="1196280"/>
            <a:ext cx="11817720" cy="55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/>
          </p:nvPr>
        </p:nvSpPr>
        <p:spPr>
          <a:xfrm>
            <a:off x="190440" y="1196280"/>
            <a:ext cx="11817720" cy="55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/>
          </p:nvPr>
        </p:nvSpPr>
        <p:spPr>
          <a:xfrm>
            <a:off x="190440" y="1196280"/>
            <a:ext cx="5766840" cy="55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95" name="PlaceHolder 3"/>
          <p:cNvSpPr>
            <a:spLocks noGrp="1"/>
          </p:cNvSpPr>
          <p:nvPr>
            <p:ph/>
          </p:nvPr>
        </p:nvSpPr>
        <p:spPr>
          <a:xfrm>
            <a:off x="6246000" y="1196280"/>
            <a:ext cx="5766840" cy="55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subTitle"/>
          </p:nvPr>
        </p:nvSpPr>
        <p:spPr>
          <a:xfrm>
            <a:off x="190440" y="100800"/>
            <a:ext cx="10270080" cy="409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190440" y="1196280"/>
            <a:ext cx="576684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00" name="PlaceHolder 3"/>
          <p:cNvSpPr>
            <a:spLocks noGrp="1"/>
          </p:cNvSpPr>
          <p:nvPr>
            <p:ph/>
          </p:nvPr>
        </p:nvSpPr>
        <p:spPr>
          <a:xfrm>
            <a:off x="6246000" y="1196280"/>
            <a:ext cx="5766840" cy="55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01" name="PlaceHolder 4"/>
          <p:cNvSpPr>
            <a:spLocks noGrp="1"/>
          </p:cNvSpPr>
          <p:nvPr>
            <p:ph/>
          </p:nvPr>
        </p:nvSpPr>
        <p:spPr>
          <a:xfrm>
            <a:off x="190440" y="4084200"/>
            <a:ext cx="576684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190440" y="1196280"/>
            <a:ext cx="5766840" cy="55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04" name="PlaceHolder 3"/>
          <p:cNvSpPr>
            <a:spLocks noGrp="1"/>
          </p:cNvSpPr>
          <p:nvPr>
            <p:ph/>
          </p:nvPr>
        </p:nvSpPr>
        <p:spPr>
          <a:xfrm>
            <a:off x="6246000" y="1196280"/>
            <a:ext cx="576684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05" name="PlaceHolder 4"/>
          <p:cNvSpPr>
            <a:spLocks noGrp="1"/>
          </p:cNvSpPr>
          <p:nvPr>
            <p:ph/>
          </p:nvPr>
        </p:nvSpPr>
        <p:spPr>
          <a:xfrm>
            <a:off x="6246000" y="4084200"/>
            <a:ext cx="576684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190440" y="1196280"/>
            <a:ext cx="576684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08" name="PlaceHolder 3"/>
          <p:cNvSpPr>
            <a:spLocks noGrp="1"/>
          </p:cNvSpPr>
          <p:nvPr>
            <p:ph/>
          </p:nvPr>
        </p:nvSpPr>
        <p:spPr>
          <a:xfrm>
            <a:off x="6246000" y="1196280"/>
            <a:ext cx="576684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09" name="PlaceHolder 4"/>
          <p:cNvSpPr>
            <a:spLocks noGrp="1"/>
          </p:cNvSpPr>
          <p:nvPr>
            <p:ph/>
          </p:nvPr>
        </p:nvSpPr>
        <p:spPr>
          <a:xfrm>
            <a:off x="190440" y="4084200"/>
            <a:ext cx="1181772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/>
          </p:nvPr>
        </p:nvSpPr>
        <p:spPr>
          <a:xfrm>
            <a:off x="190440" y="1196280"/>
            <a:ext cx="1181772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12" name="PlaceHolder 3"/>
          <p:cNvSpPr>
            <a:spLocks noGrp="1"/>
          </p:cNvSpPr>
          <p:nvPr>
            <p:ph/>
          </p:nvPr>
        </p:nvSpPr>
        <p:spPr>
          <a:xfrm>
            <a:off x="190440" y="4084200"/>
            <a:ext cx="1181772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14" name="PlaceHolder 2"/>
          <p:cNvSpPr>
            <a:spLocks noGrp="1"/>
          </p:cNvSpPr>
          <p:nvPr>
            <p:ph/>
          </p:nvPr>
        </p:nvSpPr>
        <p:spPr>
          <a:xfrm>
            <a:off x="190440" y="1196280"/>
            <a:ext cx="576684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15" name="PlaceHolder 3"/>
          <p:cNvSpPr>
            <a:spLocks noGrp="1"/>
          </p:cNvSpPr>
          <p:nvPr>
            <p:ph/>
          </p:nvPr>
        </p:nvSpPr>
        <p:spPr>
          <a:xfrm>
            <a:off x="6246000" y="1196280"/>
            <a:ext cx="576684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16" name="PlaceHolder 4"/>
          <p:cNvSpPr>
            <a:spLocks noGrp="1"/>
          </p:cNvSpPr>
          <p:nvPr>
            <p:ph/>
          </p:nvPr>
        </p:nvSpPr>
        <p:spPr>
          <a:xfrm>
            <a:off x="190440" y="4084200"/>
            <a:ext cx="576684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17" name="PlaceHolder 5"/>
          <p:cNvSpPr>
            <a:spLocks noGrp="1"/>
          </p:cNvSpPr>
          <p:nvPr>
            <p:ph/>
          </p:nvPr>
        </p:nvSpPr>
        <p:spPr>
          <a:xfrm>
            <a:off x="6246000" y="4084200"/>
            <a:ext cx="576684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19" name="PlaceHolder 2"/>
          <p:cNvSpPr>
            <a:spLocks noGrp="1"/>
          </p:cNvSpPr>
          <p:nvPr>
            <p:ph/>
          </p:nvPr>
        </p:nvSpPr>
        <p:spPr>
          <a:xfrm>
            <a:off x="190440" y="1196280"/>
            <a:ext cx="380520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20" name="PlaceHolder 3"/>
          <p:cNvSpPr>
            <a:spLocks noGrp="1"/>
          </p:cNvSpPr>
          <p:nvPr>
            <p:ph/>
          </p:nvPr>
        </p:nvSpPr>
        <p:spPr>
          <a:xfrm>
            <a:off x="4186440" y="1196280"/>
            <a:ext cx="380520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21" name="PlaceHolder 4"/>
          <p:cNvSpPr>
            <a:spLocks noGrp="1"/>
          </p:cNvSpPr>
          <p:nvPr>
            <p:ph/>
          </p:nvPr>
        </p:nvSpPr>
        <p:spPr>
          <a:xfrm>
            <a:off x="8182080" y="1196280"/>
            <a:ext cx="380520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22" name="PlaceHolder 5"/>
          <p:cNvSpPr>
            <a:spLocks noGrp="1"/>
          </p:cNvSpPr>
          <p:nvPr>
            <p:ph/>
          </p:nvPr>
        </p:nvSpPr>
        <p:spPr>
          <a:xfrm>
            <a:off x="190440" y="4084200"/>
            <a:ext cx="380520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23" name="PlaceHolder 6"/>
          <p:cNvSpPr>
            <a:spLocks noGrp="1"/>
          </p:cNvSpPr>
          <p:nvPr>
            <p:ph/>
          </p:nvPr>
        </p:nvSpPr>
        <p:spPr>
          <a:xfrm>
            <a:off x="4186440" y="4084200"/>
            <a:ext cx="380520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24" name="PlaceHolder 7"/>
          <p:cNvSpPr>
            <a:spLocks noGrp="1"/>
          </p:cNvSpPr>
          <p:nvPr>
            <p:ph/>
          </p:nvPr>
        </p:nvSpPr>
        <p:spPr>
          <a:xfrm>
            <a:off x="8182080" y="4084200"/>
            <a:ext cx="380520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232A349-9498-4561-87F9-65B25D61888F}" type="slidenum">
              <a:t>&lt;#&gt;</a:t>
            </a:fld>
          </a:p>
        </p:txBody>
      </p:sp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31" name="PlaceHolder 2"/>
          <p:cNvSpPr>
            <a:spLocks noGrp="1"/>
          </p:cNvSpPr>
          <p:nvPr>
            <p:ph type="subTitle"/>
          </p:nvPr>
        </p:nvSpPr>
        <p:spPr>
          <a:xfrm>
            <a:off x="190440" y="1196280"/>
            <a:ext cx="11817720" cy="55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26948E3-E905-4A6F-AC3A-241544AA5E62}" type="slidenum">
              <a:t>&lt;#&gt;</a:t>
            </a:fld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33" name="PlaceHolder 2"/>
          <p:cNvSpPr>
            <a:spLocks noGrp="1"/>
          </p:cNvSpPr>
          <p:nvPr>
            <p:ph/>
          </p:nvPr>
        </p:nvSpPr>
        <p:spPr>
          <a:xfrm>
            <a:off x="190440" y="1196280"/>
            <a:ext cx="11817720" cy="55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917F718-CB43-48A0-B95F-7228CFC93E52}" type="slidenum">
              <a:t>&lt;#&gt;</a:t>
            </a:fld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35" name="PlaceHolder 2"/>
          <p:cNvSpPr>
            <a:spLocks noGrp="1"/>
          </p:cNvSpPr>
          <p:nvPr>
            <p:ph/>
          </p:nvPr>
        </p:nvSpPr>
        <p:spPr>
          <a:xfrm>
            <a:off x="190440" y="1196280"/>
            <a:ext cx="5766840" cy="55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36" name="PlaceHolder 3"/>
          <p:cNvSpPr>
            <a:spLocks noGrp="1"/>
          </p:cNvSpPr>
          <p:nvPr>
            <p:ph/>
          </p:nvPr>
        </p:nvSpPr>
        <p:spPr>
          <a:xfrm>
            <a:off x="6246000" y="1196280"/>
            <a:ext cx="5766840" cy="55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A123FAE-24C0-4FFC-8529-A2D58C8B7943}" type="slidenum">
              <a:t>&lt;#&gt;</a:t>
            </a:fld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CE0610C-BA80-40E4-894B-4D2BC1F951A9}" type="slidenum">
              <a:t>&lt;#&gt;</a:t>
            </a:fld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/>
          </p:cNvSpPr>
          <p:nvPr>
            <p:ph type="subTitle"/>
          </p:nvPr>
        </p:nvSpPr>
        <p:spPr>
          <a:xfrm>
            <a:off x="190440" y="100800"/>
            <a:ext cx="10270080" cy="409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A5004DE-4154-44F1-8CD9-F11737B031F5}" type="slidenum">
              <a:t>&lt;#&gt;</a:t>
            </a:fld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40" name="PlaceHolder 2"/>
          <p:cNvSpPr>
            <a:spLocks noGrp="1"/>
          </p:cNvSpPr>
          <p:nvPr>
            <p:ph/>
          </p:nvPr>
        </p:nvSpPr>
        <p:spPr>
          <a:xfrm>
            <a:off x="190440" y="1196280"/>
            <a:ext cx="576684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41" name="PlaceHolder 3"/>
          <p:cNvSpPr>
            <a:spLocks noGrp="1"/>
          </p:cNvSpPr>
          <p:nvPr>
            <p:ph/>
          </p:nvPr>
        </p:nvSpPr>
        <p:spPr>
          <a:xfrm>
            <a:off x="6246000" y="1196280"/>
            <a:ext cx="5766840" cy="55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42" name="PlaceHolder 4"/>
          <p:cNvSpPr>
            <a:spLocks noGrp="1"/>
          </p:cNvSpPr>
          <p:nvPr>
            <p:ph/>
          </p:nvPr>
        </p:nvSpPr>
        <p:spPr>
          <a:xfrm>
            <a:off x="190440" y="4084200"/>
            <a:ext cx="576684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BE228C4-BD8C-46F9-9A14-43281004AD54}" type="slidenum">
              <a:t>&lt;#&gt;</a:t>
            </a:fld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44" name="PlaceHolder 2"/>
          <p:cNvSpPr>
            <a:spLocks noGrp="1"/>
          </p:cNvSpPr>
          <p:nvPr>
            <p:ph/>
          </p:nvPr>
        </p:nvSpPr>
        <p:spPr>
          <a:xfrm>
            <a:off x="190440" y="1196280"/>
            <a:ext cx="5766840" cy="55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45" name="PlaceHolder 3"/>
          <p:cNvSpPr>
            <a:spLocks noGrp="1"/>
          </p:cNvSpPr>
          <p:nvPr>
            <p:ph/>
          </p:nvPr>
        </p:nvSpPr>
        <p:spPr>
          <a:xfrm>
            <a:off x="6246000" y="1196280"/>
            <a:ext cx="576684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46" name="PlaceHolder 4"/>
          <p:cNvSpPr>
            <a:spLocks noGrp="1"/>
          </p:cNvSpPr>
          <p:nvPr>
            <p:ph/>
          </p:nvPr>
        </p:nvSpPr>
        <p:spPr>
          <a:xfrm>
            <a:off x="6246000" y="4084200"/>
            <a:ext cx="576684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2F143B3-F0EC-4FC8-93F4-40D675A2236F}" type="slidenum">
              <a:t>&lt;#&gt;</a:t>
            </a:fld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48" name="PlaceHolder 2"/>
          <p:cNvSpPr>
            <a:spLocks noGrp="1"/>
          </p:cNvSpPr>
          <p:nvPr>
            <p:ph/>
          </p:nvPr>
        </p:nvSpPr>
        <p:spPr>
          <a:xfrm>
            <a:off x="190440" y="1196280"/>
            <a:ext cx="576684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49" name="PlaceHolder 3"/>
          <p:cNvSpPr>
            <a:spLocks noGrp="1"/>
          </p:cNvSpPr>
          <p:nvPr>
            <p:ph/>
          </p:nvPr>
        </p:nvSpPr>
        <p:spPr>
          <a:xfrm>
            <a:off x="6246000" y="1196280"/>
            <a:ext cx="576684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50" name="PlaceHolder 4"/>
          <p:cNvSpPr>
            <a:spLocks noGrp="1"/>
          </p:cNvSpPr>
          <p:nvPr>
            <p:ph/>
          </p:nvPr>
        </p:nvSpPr>
        <p:spPr>
          <a:xfrm>
            <a:off x="190440" y="4084200"/>
            <a:ext cx="1181772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45A3387-63C0-4EE6-92FD-28A628D1510D}" type="slidenum">
              <a:t>&lt;#&gt;</a:t>
            </a:fld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52" name="PlaceHolder 2"/>
          <p:cNvSpPr>
            <a:spLocks noGrp="1"/>
          </p:cNvSpPr>
          <p:nvPr>
            <p:ph/>
          </p:nvPr>
        </p:nvSpPr>
        <p:spPr>
          <a:xfrm>
            <a:off x="190440" y="1196280"/>
            <a:ext cx="1181772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53" name="PlaceHolder 3"/>
          <p:cNvSpPr>
            <a:spLocks noGrp="1"/>
          </p:cNvSpPr>
          <p:nvPr>
            <p:ph/>
          </p:nvPr>
        </p:nvSpPr>
        <p:spPr>
          <a:xfrm>
            <a:off x="190440" y="4084200"/>
            <a:ext cx="1181772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C7AEE05-5609-4643-8EC1-50F5A26F8AA1}" type="slidenum">
              <a:t>&lt;#&gt;</a:t>
            </a:fld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55" name="PlaceHolder 2"/>
          <p:cNvSpPr>
            <a:spLocks noGrp="1"/>
          </p:cNvSpPr>
          <p:nvPr>
            <p:ph/>
          </p:nvPr>
        </p:nvSpPr>
        <p:spPr>
          <a:xfrm>
            <a:off x="190440" y="1196280"/>
            <a:ext cx="576684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56" name="PlaceHolder 3"/>
          <p:cNvSpPr>
            <a:spLocks noGrp="1"/>
          </p:cNvSpPr>
          <p:nvPr>
            <p:ph/>
          </p:nvPr>
        </p:nvSpPr>
        <p:spPr>
          <a:xfrm>
            <a:off x="6246000" y="1196280"/>
            <a:ext cx="576684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57" name="PlaceHolder 4"/>
          <p:cNvSpPr>
            <a:spLocks noGrp="1"/>
          </p:cNvSpPr>
          <p:nvPr>
            <p:ph/>
          </p:nvPr>
        </p:nvSpPr>
        <p:spPr>
          <a:xfrm>
            <a:off x="190440" y="4084200"/>
            <a:ext cx="576684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58" name="PlaceHolder 5"/>
          <p:cNvSpPr>
            <a:spLocks noGrp="1"/>
          </p:cNvSpPr>
          <p:nvPr>
            <p:ph/>
          </p:nvPr>
        </p:nvSpPr>
        <p:spPr>
          <a:xfrm>
            <a:off x="6246000" y="4084200"/>
            <a:ext cx="576684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1ABE769-3FF3-4B2F-9E42-047C7F5FB368}" type="slidenum">
              <a:t>&lt;#&gt;</a:t>
            </a:fld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60" name="PlaceHolder 2"/>
          <p:cNvSpPr>
            <a:spLocks noGrp="1"/>
          </p:cNvSpPr>
          <p:nvPr>
            <p:ph/>
          </p:nvPr>
        </p:nvSpPr>
        <p:spPr>
          <a:xfrm>
            <a:off x="190440" y="1196280"/>
            <a:ext cx="380520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61" name="PlaceHolder 3"/>
          <p:cNvSpPr>
            <a:spLocks noGrp="1"/>
          </p:cNvSpPr>
          <p:nvPr>
            <p:ph/>
          </p:nvPr>
        </p:nvSpPr>
        <p:spPr>
          <a:xfrm>
            <a:off x="4186440" y="1196280"/>
            <a:ext cx="380520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62" name="PlaceHolder 4"/>
          <p:cNvSpPr>
            <a:spLocks noGrp="1"/>
          </p:cNvSpPr>
          <p:nvPr>
            <p:ph/>
          </p:nvPr>
        </p:nvSpPr>
        <p:spPr>
          <a:xfrm>
            <a:off x="8182080" y="1196280"/>
            <a:ext cx="380520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63" name="PlaceHolder 5"/>
          <p:cNvSpPr>
            <a:spLocks noGrp="1"/>
          </p:cNvSpPr>
          <p:nvPr>
            <p:ph/>
          </p:nvPr>
        </p:nvSpPr>
        <p:spPr>
          <a:xfrm>
            <a:off x="190440" y="4084200"/>
            <a:ext cx="380520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64" name="PlaceHolder 6"/>
          <p:cNvSpPr>
            <a:spLocks noGrp="1"/>
          </p:cNvSpPr>
          <p:nvPr>
            <p:ph/>
          </p:nvPr>
        </p:nvSpPr>
        <p:spPr>
          <a:xfrm>
            <a:off x="4186440" y="4084200"/>
            <a:ext cx="380520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65" name="PlaceHolder 7"/>
          <p:cNvSpPr>
            <a:spLocks noGrp="1"/>
          </p:cNvSpPr>
          <p:nvPr>
            <p:ph/>
          </p:nvPr>
        </p:nvSpPr>
        <p:spPr>
          <a:xfrm>
            <a:off x="8182080" y="4084200"/>
            <a:ext cx="380520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12A626C-80F4-4FC8-A924-3E449E1D8660}" type="slidenum">
              <a:t>&lt;#&gt;</a:t>
            </a:fld>
          </a:p>
        </p:txBody>
      </p:sp>
    </p:spTree>
  </p:cSld>
</p:sldLayout>
</file>

<file path=ppt/slideLayouts/slideLayout4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2CA7C57-E1AA-45E6-8097-F138C5FA6F04}" type="slidenum">
              <a:t>&lt;#&gt;</a:t>
            </a:fld>
          </a:p>
        </p:txBody>
      </p:sp>
    </p:spTree>
  </p:cSld>
</p:sldLayout>
</file>

<file path=ppt/slideLayouts/slideLayout5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73" name="PlaceHolder 2"/>
          <p:cNvSpPr>
            <a:spLocks noGrp="1"/>
          </p:cNvSpPr>
          <p:nvPr>
            <p:ph type="subTitle"/>
          </p:nvPr>
        </p:nvSpPr>
        <p:spPr>
          <a:xfrm>
            <a:off x="190440" y="1196280"/>
            <a:ext cx="11817720" cy="55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4CE1D00-C916-4432-B249-85497419D327}" type="slidenum">
              <a:t>&lt;#&gt;</a:t>
            </a:fld>
          </a:p>
        </p:txBody>
      </p:sp>
    </p:spTree>
  </p:cSld>
</p:sldLayout>
</file>

<file path=ppt/slideLayouts/slideLayout5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75" name="PlaceHolder 2"/>
          <p:cNvSpPr>
            <a:spLocks noGrp="1"/>
          </p:cNvSpPr>
          <p:nvPr>
            <p:ph/>
          </p:nvPr>
        </p:nvSpPr>
        <p:spPr>
          <a:xfrm>
            <a:off x="190440" y="1196280"/>
            <a:ext cx="11817720" cy="55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FC3240C-C9FB-486B-89B0-964D294B2A35}" type="slidenum">
              <a:t>&lt;#&gt;</a:t>
            </a:fld>
          </a:p>
        </p:txBody>
      </p:sp>
    </p:spTree>
  </p:cSld>
</p:sldLayout>
</file>

<file path=ppt/slideLayouts/slideLayout5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77" name="PlaceHolder 2"/>
          <p:cNvSpPr>
            <a:spLocks noGrp="1"/>
          </p:cNvSpPr>
          <p:nvPr>
            <p:ph/>
          </p:nvPr>
        </p:nvSpPr>
        <p:spPr>
          <a:xfrm>
            <a:off x="190440" y="1196280"/>
            <a:ext cx="5766840" cy="55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78" name="PlaceHolder 3"/>
          <p:cNvSpPr>
            <a:spLocks noGrp="1"/>
          </p:cNvSpPr>
          <p:nvPr>
            <p:ph/>
          </p:nvPr>
        </p:nvSpPr>
        <p:spPr>
          <a:xfrm>
            <a:off x="6246000" y="1196280"/>
            <a:ext cx="5766840" cy="55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E4B7DF4-2956-4B19-A2A4-AAE6C6007AF9}" type="slidenum">
              <a:t>&lt;#&gt;</a:t>
            </a:fld>
          </a:p>
        </p:txBody>
      </p:sp>
    </p:spTree>
  </p:cSld>
</p:sldLayout>
</file>

<file path=ppt/slideLayouts/slideLayout5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0B0B002-3416-485D-8B95-14A9355B46FE}" type="slidenum">
              <a:t>&lt;#&gt;</a:t>
            </a:fld>
          </a:p>
        </p:txBody>
      </p:sp>
    </p:spTree>
  </p:cSld>
</p:sldLayout>
</file>

<file path=ppt/slideLayouts/slideLayout5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PlaceHolder 1"/>
          <p:cNvSpPr>
            <a:spLocks noGrp="1"/>
          </p:cNvSpPr>
          <p:nvPr>
            <p:ph type="subTitle"/>
          </p:nvPr>
        </p:nvSpPr>
        <p:spPr>
          <a:xfrm>
            <a:off x="190440" y="100800"/>
            <a:ext cx="10270080" cy="409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96D51FA-8A06-41A4-AB32-1938120ECABB}" type="slidenum">
              <a:t>&lt;#&gt;</a:t>
            </a:fld>
          </a:p>
        </p:txBody>
      </p:sp>
    </p:spTree>
  </p:cSld>
</p:sldLayout>
</file>

<file path=ppt/slideLayouts/slideLayout5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82" name="PlaceHolder 2"/>
          <p:cNvSpPr>
            <a:spLocks noGrp="1"/>
          </p:cNvSpPr>
          <p:nvPr>
            <p:ph/>
          </p:nvPr>
        </p:nvSpPr>
        <p:spPr>
          <a:xfrm>
            <a:off x="190440" y="1196280"/>
            <a:ext cx="576684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83" name="PlaceHolder 3"/>
          <p:cNvSpPr>
            <a:spLocks noGrp="1"/>
          </p:cNvSpPr>
          <p:nvPr>
            <p:ph/>
          </p:nvPr>
        </p:nvSpPr>
        <p:spPr>
          <a:xfrm>
            <a:off x="6246000" y="1196280"/>
            <a:ext cx="5766840" cy="55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84" name="PlaceHolder 4"/>
          <p:cNvSpPr>
            <a:spLocks noGrp="1"/>
          </p:cNvSpPr>
          <p:nvPr>
            <p:ph/>
          </p:nvPr>
        </p:nvSpPr>
        <p:spPr>
          <a:xfrm>
            <a:off x="190440" y="4084200"/>
            <a:ext cx="576684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DB7FB3B-2E57-4844-AA52-D6AA785A4136}" type="slidenum">
              <a:t>&lt;#&gt;</a:t>
            </a:fld>
          </a:p>
        </p:txBody>
      </p:sp>
    </p:spTree>
  </p:cSld>
</p:sldLayout>
</file>

<file path=ppt/slideLayouts/slideLayout5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86" name="PlaceHolder 2"/>
          <p:cNvSpPr>
            <a:spLocks noGrp="1"/>
          </p:cNvSpPr>
          <p:nvPr>
            <p:ph/>
          </p:nvPr>
        </p:nvSpPr>
        <p:spPr>
          <a:xfrm>
            <a:off x="190440" y="1196280"/>
            <a:ext cx="5766840" cy="55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87" name="PlaceHolder 3"/>
          <p:cNvSpPr>
            <a:spLocks noGrp="1"/>
          </p:cNvSpPr>
          <p:nvPr>
            <p:ph/>
          </p:nvPr>
        </p:nvSpPr>
        <p:spPr>
          <a:xfrm>
            <a:off x="6246000" y="1196280"/>
            <a:ext cx="576684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88" name="PlaceHolder 4"/>
          <p:cNvSpPr>
            <a:spLocks noGrp="1"/>
          </p:cNvSpPr>
          <p:nvPr>
            <p:ph/>
          </p:nvPr>
        </p:nvSpPr>
        <p:spPr>
          <a:xfrm>
            <a:off x="6246000" y="4084200"/>
            <a:ext cx="576684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183ED39-4B8C-4A34-B27B-B7D9C8784A24}" type="slidenum">
              <a:t>&lt;#&gt;</a:t>
            </a:fld>
          </a:p>
        </p:txBody>
      </p:sp>
    </p:spTree>
  </p:cSld>
</p:sldLayout>
</file>

<file path=ppt/slideLayouts/slideLayout5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90" name="PlaceHolder 2"/>
          <p:cNvSpPr>
            <a:spLocks noGrp="1"/>
          </p:cNvSpPr>
          <p:nvPr>
            <p:ph/>
          </p:nvPr>
        </p:nvSpPr>
        <p:spPr>
          <a:xfrm>
            <a:off x="190440" y="1196280"/>
            <a:ext cx="576684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91" name="PlaceHolder 3"/>
          <p:cNvSpPr>
            <a:spLocks noGrp="1"/>
          </p:cNvSpPr>
          <p:nvPr>
            <p:ph/>
          </p:nvPr>
        </p:nvSpPr>
        <p:spPr>
          <a:xfrm>
            <a:off x="6246000" y="1196280"/>
            <a:ext cx="576684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92" name="PlaceHolder 4"/>
          <p:cNvSpPr>
            <a:spLocks noGrp="1"/>
          </p:cNvSpPr>
          <p:nvPr>
            <p:ph/>
          </p:nvPr>
        </p:nvSpPr>
        <p:spPr>
          <a:xfrm>
            <a:off x="190440" y="4084200"/>
            <a:ext cx="1181772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A1F4DBB-39FB-413A-991C-6FF317CD7FC8}" type="slidenum">
              <a:t>&lt;#&gt;</a:t>
            </a:fld>
          </a:p>
        </p:txBody>
      </p:sp>
    </p:spTree>
  </p:cSld>
</p:sldLayout>
</file>

<file path=ppt/slideLayouts/slideLayout5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94" name="PlaceHolder 2"/>
          <p:cNvSpPr>
            <a:spLocks noGrp="1"/>
          </p:cNvSpPr>
          <p:nvPr>
            <p:ph/>
          </p:nvPr>
        </p:nvSpPr>
        <p:spPr>
          <a:xfrm>
            <a:off x="190440" y="1196280"/>
            <a:ext cx="1181772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95" name="PlaceHolder 3"/>
          <p:cNvSpPr>
            <a:spLocks noGrp="1"/>
          </p:cNvSpPr>
          <p:nvPr>
            <p:ph/>
          </p:nvPr>
        </p:nvSpPr>
        <p:spPr>
          <a:xfrm>
            <a:off x="190440" y="4084200"/>
            <a:ext cx="1181772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70BB759-BF7F-4841-9F52-CE6D26AB64C5}" type="slidenum">
              <a:t>&lt;#&gt;</a:t>
            </a:fld>
          </a:p>
        </p:txBody>
      </p:sp>
    </p:spTree>
  </p:cSld>
</p:sldLayout>
</file>

<file path=ppt/slideLayouts/slideLayout5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97" name="PlaceHolder 2"/>
          <p:cNvSpPr>
            <a:spLocks noGrp="1"/>
          </p:cNvSpPr>
          <p:nvPr>
            <p:ph/>
          </p:nvPr>
        </p:nvSpPr>
        <p:spPr>
          <a:xfrm>
            <a:off x="190440" y="1196280"/>
            <a:ext cx="576684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98" name="PlaceHolder 3"/>
          <p:cNvSpPr>
            <a:spLocks noGrp="1"/>
          </p:cNvSpPr>
          <p:nvPr>
            <p:ph/>
          </p:nvPr>
        </p:nvSpPr>
        <p:spPr>
          <a:xfrm>
            <a:off x="6246000" y="1196280"/>
            <a:ext cx="576684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99" name="PlaceHolder 4"/>
          <p:cNvSpPr>
            <a:spLocks noGrp="1"/>
          </p:cNvSpPr>
          <p:nvPr>
            <p:ph/>
          </p:nvPr>
        </p:nvSpPr>
        <p:spPr>
          <a:xfrm>
            <a:off x="190440" y="4084200"/>
            <a:ext cx="576684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200" name="PlaceHolder 5"/>
          <p:cNvSpPr>
            <a:spLocks noGrp="1"/>
          </p:cNvSpPr>
          <p:nvPr>
            <p:ph/>
          </p:nvPr>
        </p:nvSpPr>
        <p:spPr>
          <a:xfrm>
            <a:off x="6246000" y="4084200"/>
            <a:ext cx="576684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8C97EC3-FC95-4F8D-96BF-852AA9506A06}" type="slidenum">
              <a:t>&lt;#&gt;</a:t>
            </a:fld>
          </a:p>
        </p:txBody>
      </p:sp>
    </p:spTree>
  </p:cSld>
</p:sldLayout>
</file>

<file path=ppt/slideLayouts/slideLayout6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202" name="PlaceHolder 2"/>
          <p:cNvSpPr>
            <a:spLocks noGrp="1"/>
          </p:cNvSpPr>
          <p:nvPr>
            <p:ph/>
          </p:nvPr>
        </p:nvSpPr>
        <p:spPr>
          <a:xfrm>
            <a:off x="190440" y="1196280"/>
            <a:ext cx="380520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203" name="PlaceHolder 3"/>
          <p:cNvSpPr>
            <a:spLocks noGrp="1"/>
          </p:cNvSpPr>
          <p:nvPr>
            <p:ph/>
          </p:nvPr>
        </p:nvSpPr>
        <p:spPr>
          <a:xfrm>
            <a:off x="4186440" y="1196280"/>
            <a:ext cx="380520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204" name="PlaceHolder 4"/>
          <p:cNvSpPr>
            <a:spLocks noGrp="1"/>
          </p:cNvSpPr>
          <p:nvPr>
            <p:ph/>
          </p:nvPr>
        </p:nvSpPr>
        <p:spPr>
          <a:xfrm>
            <a:off x="8182080" y="1196280"/>
            <a:ext cx="380520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205" name="PlaceHolder 5"/>
          <p:cNvSpPr>
            <a:spLocks noGrp="1"/>
          </p:cNvSpPr>
          <p:nvPr>
            <p:ph/>
          </p:nvPr>
        </p:nvSpPr>
        <p:spPr>
          <a:xfrm>
            <a:off x="190440" y="4084200"/>
            <a:ext cx="380520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206" name="PlaceHolder 6"/>
          <p:cNvSpPr>
            <a:spLocks noGrp="1"/>
          </p:cNvSpPr>
          <p:nvPr>
            <p:ph/>
          </p:nvPr>
        </p:nvSpPr>
        <p:spPr>
          <a:xfrm>
            <a:off x="4186440" y="4084200"/>
            <a:ext cx="380520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207" name="PlaceHolder 7"/>
          <p:cNvSpPr>
            <a:spLocks noGrp="1"/>
          </p:cNvSpPr>
          <p:nvPr>
            <p:ph/>
          </p:nvPr>
        </p:nvSpPr>
        <p:spPr>
          <a:xfrm>
            <a:off x="8182080" y="4084200"/>
            <a:ext cx="380520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329CE96-AE44-4783-B81D-32F638932B8F}" type="slidenum">
              <a:t>&lt;#&gt;</a:t>
            </a:fld>
          </a:p>
        </p:txBody>
      </p:sp>
    </p:spTree>
  </p:cSld>
</p:sldLayout>
</file>

<file path=ppt/slideLayouts/slideLayout6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6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212" name="PlaceHolder 2"/>
          <p:cNvSpPr>
            <a:spLocks noGrp="1"/>
          </p:cNvSpPr>
          <p:nvPr>
            <p:ph type="subTitle"/>
          </p:nvPr>
        </p:nvSpPr>
        <p:spPr>
          <a:xfrm>
            <a:off x="190440" y="1196280"/>
            <a:ext cx="11817720" cy="55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6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214" name="PlaceHolder 2"/>
          <p:cNvSpPr>
            <a:spLocks noGrp="1"/>
          </p:cNvSpPr>
          <p:nvPr>
            <p:ph/>
          </p:nvPr>
        </p:nvSpPr>
        <p:spPr>
          <a:xfrm>
            <a:off x="190440" y="1196280"/>
            <a:ext cx="11817720" cy="55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</p:spTree>
  </p:cSld>
</p:sldLayout>
</file>

<file path=ppt/slideLayouts/slideLayout6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216" name="PlaceHolder 2"/>
          <p:cNvSpPr>
            <a:spLocks noGrp="1"/>
          </p:cNvSpPr>
          <p:nvPr>
            <p:ph/>
          </p:nvPr>
        </p:nvSpPr>
        <p:spPr>
          <a:xfrm>
            <a:off x="190440" y="1196280"/>
            <a:ext cx="5766840" cy="55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217" name="PlaceHolder 3"/>
          <p:cNvSpPr>
            <a:spLocks noGrp="1"/>
          </p:cNvSpPr>
          <p:nvPr>
            <p:ph/>
          </p:nvPr>
        </p:nvSpPr>
        <p:spPr>
          <a:xfrm>
            <a:off x="6246000" y="1196280"/>
            <a:ext cx="5766840" cy="55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</p:spTree>
  </p:cSld>
</p:sldLayout>
</file>

<file path=ppt/slideLayouts/slideLayout6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</p:spTree>
  </p:cSld>
</p:sldLayout>
</file>

<file path=ppt/slideLayouts/slideLayout6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PlaceHolder 1"/>
          <p:cNvSpPr>
            <a:spLocks noGrp="1"/>
          </p:cNvSpPr>
          <p:nvPr>
            <p:ph type="subTitle"/>
          </p:nvPr>
        </p:nvSpPr>
        <p:spPr>
          <a:xfrm>
            <a:off x="190440" y="100800"/>
            <a:ext cx="10270080" cy="409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6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221" name="PlaceHolder 2"/>
          <p:cNvSpPr>
            <a:spLocks noGrp="1"/>
          </p:cNvSpPr>
          <p:nvPr>
            <p:ph/>
          </p:nvPr>
        </p:nvSpPr>
        <p:spPr>
          <a:xfrm>
            <a:off x="190440" y="1196280"/>
            <a:ext cx="576684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222" name="PlaceHolder 3"/>
          <p:cNvSpPr>
            <a:spLocks noGrp="1"/>
          </p:cNvSpPr>
          <p:nvPr>
            <p:ph/>
          </p:nvPr>
        </p:nvSpPr>
        <p:spPr>
          <a:xfrm>
            <a:off x="6246000" y="1196280"/>
            <a:ext cx="5766840" cy="55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223" name="PlaceHolder 4"/>
          <p:cNvSpPr>
            <a:spLocks noGrp="1"/>
          </p:cNvSpPr>
          <p:nvPr>
            <p:ph/>
          </p:nvPr>
        </p:nvSpPr>
        <p:spPr>
          <a:xfrm>
            <a:off x="190440" y="4084200"/>
            <a:ext cx="576684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</p:spTree>
  </p:cSld>
</p:sldLayout>
</file>

<file path=ppt/slideLayouts/slideLayout6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225" name="PlaceHolder 2"/>
          <p:cNvSpPr>
            <a:spLocks noGrp="1"/>
          </p:cNvSpPr>
          <p:nvPr>
            <p:ph/>
          </p:nvPr>
        </p:nvSpPr>
        <p:spPr>
          <a:xfrm>
            <a:off x="190440" y="1196280"/>
            <a:ext cx="5766840" cy="55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226" name="PlaceHolder 3"/>
          <p:cNvSpPr>
            <a:spLocks noGrp="1"/>
          </p:cNvSpPr>
          <p:nvPr>
            <p:ph/>
          </p:nvPr>
        </p:nvSpPr>
        <p:spPr>
          <a:xfrm>
            <a:off x="6246000" y="1196280"/>
            <a:ext cx="576684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227" name="PlaceHolder 4"/>
          <p:cNvSpPr>
            <a:spLocks noGrp="1"/>
          </p:cNvSpPr>
          <p:nvPr>
            <p:ph/>
          </p:nvPr>
        </p:nvSpPr>
        <p:spPr>
          <a:xfrm>
            <a:off x="6246000" y="4084200"/>
            <a:ext cx="576684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</p:spTree>
  </p:cSld>
</p:sldLayout>
</file>

<file path=ppt/slideLayouts/slideLayout6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229" name="PlaceHolder 2"/>
          <p:cNvSpPr>
            <a:spLocks noGrp="1"/>
          </p:cNvSpPr>
          <p:nvPr>
            <p:ph/>
          </p:nvPr>
        </p:nvSpPr>
        <p:spPr>
          <a:xfrm>
            <a:off x="190440" y="1196280"/>
            <a:ext cx="576684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230" name="PlaceHolder 3"/>
          <p:cNvSpPr>
            <a:spLocks noGrp="1"/>
          </p:cNvSpPr>
          <p:nvPr>
            <p:ph/>
          </p:nvPr>
        </p:nvSpPr>
        <p:spPr>
          <a:xfrm>
            <a:off x="6246000" y="1196280"/>
            <a:ext cx="576684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231" name="PlaceHolder 4"/>
          <p:cNvSpPr>
            <a:spLocks noGrp="1"/>
          </p:cNvSpPr>
          <p:nvPr>
            <p:ph/>
          </p:nvPr>
        </p:nvSpPr>
        <p:spPr>
          <a:xfrm>
            <a:off x="190440" y="4084200"/>
            <a:ext cx="1181772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</p:spTree>
  </p:cSld>
</p:sldLayout>
</file>

<file path=ppt/slideLayouts/slideLayout7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233" name="PlaceHolder 2"/>
          <p:cNvSpPr>
            <a:spLocks noGrp="1"/>
          </p:cNvSpPr>
          <p:nvPr>
            <p:ph/>
          </p:nvPr>
        </p:nvSpPr>
        <p:spPr>
          <a:xfrm>
            <a:off x="190440" y="1196280"/>
            <a:ext cx="1181772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234" name="PlaceHolder 3"/>
          <p:cNvSpPr>
            <a:spLocks noGrp="1"/>
          </p:cNvSpPr>
          <p:nvPr>
            <p:ph/>
          </p:nvPr>
        </p:nvSpPr>
        <p:spPr>
          <a:xfrm>
            <a:off x="190440" y="4084200"/>
            <a:ext cx="1181772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</p:spTree>
  </p:cSld>
</p:sldLayout>
</file>

<file path=ppt/slideLayouts/slideLayout7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236" name="PlaceHolder 2"/>
          <p:cNvSpPr>
            <a:spLocks noGrp="1"/>
          </p:cNvSpPr>
          <p:nvPr>
            <p:ph/>
          </p:nvPr>
        </p:nvSpPr>
        <p:spPr>
          <a:xfrm>
            <a:off x="190440" y="1196280"/>
            <a:ext cx="576684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237" name="PlaceHolder 3"/>
          <p:cNvSpPr>
            <a:spLocks noGrp="1"/>
          </p:cNvSpPr>
          <p:nvPr>
            <p:ph/>
          </p:nvPr>
        </p:nvSpPr>
        <p:spPr>
          <a:xfrm>
            <a:off x="6246000" y="1196280"/>
            <a:ext cx="576684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238" name="PlaceHolder 4"/>
          <p:cNvSpPr>
            <a:spLocks noGrp="1"/>
          </p:cNvSpPr>
          <p:nvPr>
            <p:ph/>
          </p:nvPr>
        </p:nvSpPr>
        <p:spPr>
          <a:xfrm>
            <a:off x="190440" y="4084200"/>
            <a:ext cx="576684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239" name="PlaceHolder 5"/>
          <p:cNvSpPr>
            <a:spLocks noGrp="1"/>
          </p:cNvSpPr>
          <p:nvPr>
            <p:ph/>
          </p:nvPr>
        </p:nvSpPr>
        <p:spPr>
          <a:xfrm>
            <a:off x="6246000" y="4084200"/>
            <a:ext cx="576684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</p:spTree>
  </p:cSld>
</p:sldLayout>
</file>

<file path=ppt/slideLayouts/slideLayout7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241" name="PlaceHolder 2"/>
          <p:cNvSpPr>
            <a:spLocks noGrp="1"/>
          </p:cNvSpPr>
          <p:nvPr>
            <p:ph/>
          </p:nvPr>
        </p:nvSpPr>
        <p:spPr>
          <a:xfrm>
            <a:off x="190440" y="1196280"/>
            <a:ext cx="380520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242" name="PlaceHolder 3"/>
          <p:cNvSpPr>
            <a:spLocks noGrp="1"/>
          </p:cNvSpPr>
          <p:nvPr>
            <p:ph/>
          </p:nvPr>
        </p:nvSpPr>
        <p:spPr>
          <a:xfrm>
            <a:off x="4186440" y="1196280"/>
            <a:ext cx="380520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243" name="PlaceHolder 4"/>
          <p:cNvSpPr>
            <a:spLocks noGrp="1"/>
          </p:cNvSpPr>
          <p:nvPr>
            <p:ph/>
          </p:nvPr>
        </p:nvSpPr>
        <p:spPr>
          <a:xfrm>
            <a:off x="8182080" y="1196280"/>
            <a:ext cx="380520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244" name="PlaceHolder 5"/>
          <p:cNvSpPr>
            <a:spLocks noGrp="1"/>
          </p:cNvSpPr>
          <p:nvPr>
            <p:ph/>
          </p:nvPr>
        </p:nvSpPr>
        <p:spPr>
          <a:xfrm>
            <a:off x="190440" y="4084200"/>
            <a:ext cx="380520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245" name="PlaceHolder 6"/>
          <p:cNvSpPr>
            <a:spLocks noGrp="1"/>
          </p:cNvSpPr>
          <p:nvPr>
            <p:ph/>
          </p:nvPr>
        </p:nvSpPr>
        <p:spPr>
          <a:xfrm>
            <a:off x="4186440" y="4084200"/>
            <a:ext cx="380520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246" name="PlaceHolder 7"/>
          <p:cNvSpPr>
            <a:spLocks noGrp="1"/>
          </p:cNvSpPr>
          <p:nvPr>
            <p:ph/>
          </p:nvPr>
        </p:nvSpPr>
        <p:spPr>
          <a:xfrm>
            <a:off x="8182080" y="4084200"/>
            <a:ext cx="380520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hyperlink" Target="http://creativecommons.org/licenses/by-nc-sa/4.0/" TargetMode="External"/><Relationship Id="rId4" Type="http://schemas.openxmlformats.org/officeDocument/2006/relationships/image" Target="../media/image2.png"/><Relationship Id="rId5" Type="http://schemas.openxmlformats.org/officeDocument/2006/relationships/slideLayout" Target="../slideLayouts/slideLayout1.xml"/><Relationship Id="rId6" Type="http://schemas.openxmlformats.org/officeDocument/2006/relationships/slideLayout" Target="../slideLayouts/slideLayout2.xml"/><Relationship Id="rId7" Type="http://schemas.openxmlformats.org/officeDocument/2006/relationships/slideLayout" Target="../slideLayouts/slideLayout3.xml"/><Relationship Id="rId8" Type="http://schemas.openxmlformats.org/officeDocument/2006/relationships/slideLayout" Target="../slideLayouts/slideLayout4.xml"/><Relationship Id="rId9" Type="http://schemas.openxmlformats.org/officeDocument/2006/relationships/slideLayout" Target="../slideLayouts/slideLayout5.xml"/><Relationship Id="rId10" Type="http://schemas.openxmlformats.org/officeDocument/2006/relationships/slideLayout" Target="../slideLayouts/slideLayout6.xml"/><Relationship Id="rId11" Type="http://schemas.openxmlformats.org/officeDocument/2006/relationships/slideLayout" Target="../slideLayouts/slideLayout7.xml"/><Relationship Id="rId12" Type="http://schemas.openxmlformats.org/officeDocument/2006/relationships/slideLayout" Target="../slideLayouts/slideLayout8.xml"/><Relationship Id="rId13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0.xml"/><Relationship Id="rId15" Type="http://schemas.openxmlformats.org/officeDocument/2006/relationships/slideLayout" Target="../slideLayouts/slideLayout11.xml"/><Relationship Id="rId16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Relationship Id="rId9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36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1.xml"/><Relationship Id="rId8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3.xml"/><Relationship Id="rId10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46.xml"/><Relationship Id="rId13" Type="http://schemas.openxmlformats.org/officeDocument/2006/relationships/slideLayout" Target="../slideLayouts/slideLayout47.xml"/><Relationship Id="rId14" Type="http://schemas.openxmlformats.org/officeDocument/2006/relationships/slideLayout" Target="../slideLayouts/slideLayout48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0.xml"/><Relationship Id="rId6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2.xml"/><Relationship Id="rId8" Type="http://schemas.openxmlformats.org/officeDocument/2006/relationships/slideLayout" Target="../slideLayouts/slideLayout53.xml"/><Relationship Id="rId9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55.xml"/><Relationship Id="rId11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57.xml"/><Relationship Id="rId13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59.xml"/><Relationship Id="rId15" Type="http://schemas.openxmlformats.org/officeDocument/2006/relationships/slideLayout" Target="../slideLayouts/slideLayout60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1.xml"/><Relationship Id="rId3" Type="http://schemas.openxmlformats.org/officeDocument/2006/relationships/slideLayout" Target="../slideLayouts/slideLayout62.xml"/><Relationship Id="rId4" Type="http://schemas.openxmlformats.org/officeDocument/2006/relationships/slideLayout" Target="../slideLayouts/slideLayout63.xml"/><Relationship Id="rId5" Type="http://schemas.openxmlformats.org/officeDocument/2006/relationships/slideLayout" Target="../slideLayouts/slideLayout64.xml"/><Relationship Id="rId6" Type="http://schemas.openxmlformats.org/officeDocument/2006/relationships/slideLayout" Target="../slideLayouts/slideLayout65.xml"/><Relationship Id="rId7" Type="http://schemas.openxmlformats.org/officeDocument/2006/relationships/slideLayout" Target="../slideLayouts/slideLayout66.xml"/><Relationship Id="rId8" Type="http://schemas.openxmlformats.org/officeDocument/2006/relationships/slideLayout" Target="../slideLayouts/slideLayout67.xml"/><Relationship Id="rId9" Type="http://schemas.openxmlformats.org/officeDocument/2006/relationships/slideLayout" Target="../slideLayouts/slideLayout68.xml"/><Relationship Id="rId10" Type="http://schemas.openxmlformats.org/officeDocument/2006/relationships/slideLayout" Target="../slideLayouts/slideLayout69.xml"/><Relationship Id="rId11" Type="http://schemas.openxmlformats.org/officeDocument/2006/relationships/slideLayout" Target="../slideLayouts/slideLayout70.xml"/><Relationship Id="rId12" Type="http://schemas.openxmlformats.org/officeDocument/2006/relationships/slideLayout" Target="../slideLayouts/slideLayout71.xml"/><Relationship Id="rId13" Type="http://schemas.openxmlformats.org/officeDocument/2006/relationships/slideLayout" Target="../slideLayouts/slideLayout7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Rectangle Bottom"/>
          <p:cNvSpPr/>
          <p:nvPr/>
        </p:nvSpPr>
        <p:spPr>
          <a:xfrm>
            <a:off x="0" y="6702840"/>
            <a:ext cx="12194640" cy="154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2400" spc="-1" strike="noStrike">
              <a:solidFill>
                <a:srgbClr val="f7c86d"/>
              </a:solidFill>
              <a:latin typeface="Calibri"/>
              <a:ea typeface="맑은 고딕"/>
            </a:endParaRPr>
          </a:p>
        </p:txBody>
      </p:sp>
      <p:sp>
        <p:nvSpPr>
          <p:cNvPr id="1" name="PlaceHolder 1"/>
          <p:cNvSpPr>
            <a:spLocks noGrp="1"/>
          </p:cNvSpPr>
          <p:nvPr>
            <p:ph type="body"/>
          </p:nvPr>
        </p:nvSpPr>
        <p:spPr>
          <a:xfrm>
            <a:off x="6390000" y="3399840"/>
            <a:ext cx="5248080" cy="21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bf7800"/>
                </a:solidFill>
                <a:latin typeface="Calibri"/>
              </a:rPr>
              <a:t>Click icon to add picture</a:t>
            </a: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6390000" y="6086160"/>
            <a:ext cx="5248080" cy="34092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pPr indent="0" algn="r">
              <a:lnSpc>
                <a:spcPct val="105000"/>
              </a:lnSpc>
              <a:spcBef>
                <a:spcPts val="601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234465"/>
                </a:solidFill>
                <a:latin typeface="Calibri"/>
              </a:rPr>
              <a:t>https://softuni.foundation  </a:t>
            </a: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body"/>
          </p:nvPr>
        </p:nvSpPr>
        <p:spPr>
          <a:xfrm>
            <a:off x="6390000" y="5698080"/>
            <a:ext cx="5248080" cy="37404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rmAutofit fontScale="94000"/>
          </a:bodyPr>
          <a:p>
            <a:pPr indent="0" algn="r">
              <a:lnSpc>
                <a:spcPct val="105000"/>
              </a:lnSpc>
              <a:spcBef>
                <a:spcPts val="601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1a334c"/>
                </a:solidFill>
                <a:latin typeface="Calibri"/>
              </a:rPr>
              <a:t>SoftUni Foundation</a:t>
            </a:r>
            <a:endParaRPr b="0" lang="en-US" sz="20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body"/>
          </p:nvPr>
        </p:nvSpPr>
        <p:spPr>
          <a:xfrm>
            <a:off x="533880" y="6085800"/>
            <a:ext cx="4751640" cy="34128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pPr indent="0">
              <a:lnSpc>
                <a:spcPct val="105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1a334c"/>
                </a:solidFill>
                <a:latin typeface="Calibri"/>
              </a:rPr>
              <a:t>URL</a:t>
            </a: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body"/>
          </p:nvPr>
        </p:nvSpPr>
        <p:spPr>
          <a:xfrm>
            <a:off x="533880" y="5250960"/>
            <a:ext cx="4751640" cy="72468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pPr indent="0">
              <a:lnSpc>
                <a:spcPct val="105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1a334c"/>
                </a:solidFill>
                <a:latin typeface="Calibri"/>
              </a:rPr>
              <a:t>Authors</a:t>
            </a:r>
            <a:endParaRPr b="0" lang="en-US" sz="20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6" name="PlaceHolder 6"/>
          <p:cNvSpPr>
            <a:spLocks noGrp="1"/>
          </p:cNvSpPr>
          <p:nvPr>
            <p:ph type="title"/>
          </p:nvPr>
        </p:nvSpPr>
        <p:spPr>
          <a:xfrm>
            <a:off x="554760" y="321480"/>
            <a:ext cx="11083320" cy="97128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36000" bIns="36000" anchor="ctr">
            <a:normAutofit/>
          </a:bodyPr>
          <a:p>
            <a:pPr indent="0" algn="ctr">
              <a:lnSpc>
                <a:spcPct val="100000"/>
              </a:lnSpc>
              <a:buNone/>
            </a:pPr>
            <a:r>
              <a:rPr b="1" lang="en-US" sz="5400" spc="-1" strike="noStrike">
                <a:solidFill>
                  <a:srgbClr val="234465"/>
                </a:solidFill>
                <a:latin typeface="Calibri"/>
              </a:rPr>
              <a:t>Presentation Title</a:t>
            </a:r>
            <a:endParaRPr b="0" lang="en-US" sz="5400" spc="-1" strike="noStrike">
              <a:solidFill>
                <a:srgbClr val="234465"/>
              </a:solidFill>
              <a:latin typeface="Calibri"/>
            </a:endParaRPr>
          </a:p>
        </p:txBody>
      </p:sp>
      <p:pic>
        <p:nvPicPr>
          <p:cNvPr id="7" name="Picture 3" descr=""/>
          <p:cNvPicPr/>
          <p:nvPr/>
        </p:nvPicPr>
        <p:blipFill>
          <a:blip r:embed="rId2"/>
          <a:stretch/>
        </p:blipFill>
        <p:spPr>
          <a:xfrm>
            <a:off x="536400" y="4326120"/>
            <a:ext cx="2537640" cy="632520"/>
          </a:xfrm>
          <a:prstGeom prst="rect">
            <a:avLst/>
          </a:prstGeom>
          <a:ln w="0">
            <a:noFill/>
          </a:ln>
        </p:spPr>
      </p:pic>
      <p:sp>
        <p:nvSpPr>
          <p:cNvPr id="8" name="Picture 4">
            <a:hlinkClick r:id="rId3"/>
          </p:cNvPr>
          <p:cNvSpPr/>
          <p:nvPr/>
        </p:nvSpPr>
        <p:spPr>
          <a:xfrm>
            <a:off x="3402720" y="4321440"/>
            <a:ext cx="1809000" cy="632520"/>
          </a:xfrm>
          <a:prstGeom prst="roundRect">
            <a:avLst>
              <a:gd name="adj" fmla="val 3940"/>
            </a:avLst>
          </a:pr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5"/>
    <p:sldLayoutId id="2147483650" r:id="rId6"/>
    <p:sldLayoutId id="2147483651" r:id="rId7"/>
    <p:sldLayoutId id="2147483652" r:id="rId8"/>
    <p:sldLayoutId id="2147483653" r:id="rId9"/>
    <p:sldLayoutId id="2147483654" r:id="rId10"/>
    <p:sldLayoutId id="2147483655" r:id="rId11"/>
    <p:sldLayoutId id="2147483656" r:id="rId12"/>
    <p:sldLayoutId id="2147483657" r:id="rId13"/>
    <p:sldLayoutId id="2147483658" r:id="rId14"/>
    <p:sldLayoutId id="2147483659" r:id="rId15"/>
    <p:sldLayoutId id="2147483660" r:id="rId16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sldNum" idx="1"/>
          </p:nvPr>
        </p:nvSpPr>
        <p:spPr>
          <a:xfrm>
            <a:off x="11752920" y="6507000"/>
            <a:ext cx="367200" cy="2966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000" spc="-1" strike="noStrike">
                <a:solidFill>
                  <a:srgbClr val="234465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5589F87A-7495-4716-86CA-90678DB9E9D3}" type="slidenum">
              <a:rPr b="0" lang="en-US" sz="1000" spc="-1" strike="noStrike">
                <a:solidFill>
                  <a:srgbClr val="234465"/>
                </a:solidFill>
                <a:latin typeface="Calibri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body"/>
          </p:nvPr>
        </p:nvSpPr>
        <p:spPr>
          <a:xfrm>
            <a:off x="196920" y="1371600"/>
            <a:ext cx="11781360" cy="520704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36000" bIns="36000" anchor="t">
            <a:normAutofit/>
          </a:bodyPr>
          <a:p>
            <a:pPr marL="514080" indent="-514080">
              <a:lnSpc>
                <a:spcPct val="105000"/>
              </a:lnSpc>
              <a:spcBef>
                <a:spcPts val="601"/>
              </a:spcBef>
              <a:spcAft>
                <a:spcPts val="601"/>
              </a:spcAft>
              <a:buClr>
                <a:srgbClr val="234465"/>
              </a:buClr>
              <a:buFont typeface="Calibri"/>
              <a:buAutoNum type="arabicPeriod"/>
            </a:pPr>
            <a:r>
              <a:rPr b="0" lang="en-US" sz="3600" spc="-1" strike="noStrike">
                <a:solidFill>
                  <a:srgbClr val="234465"/>
                </a:solidFill>
                <a:latin typeface="Calibri"/>
              </a:rPr>
              <a:t>…</a:t>
            </a:r>
            <a:endParaRPr b="0" lang="en-US" sz="3600" spc="-1" strike="noStrike">
              <a:solidFill>
                <a:srgbClr val="234465"/>
              </a:solidFill>
              <a:latin typeface="Calibri"/>
            </a:endParaRPr>
          </a:p>
          <a:p>
            <a:pPr lvl="1" marL="803160" indent="-360360">
              <a:lnSpc>
                <a:spcPct val="105000"/>
              </a:lnSpc>
              <a:spcBef>
                <a:spcPts val="601"/>
              </a:spcBef>
              <a:spcAft>
                <a:spcPts val="601"/>
              </a:spcAft>
              <a:buClr>
                <a:srgbClr val="234465"/>
              </a:buClr>
              <a:buFont typeface="Wingdings" charset="2"/>
              <a:buChar char=""/>
            </a:pPr>
            <a:r>
              <a:rPr b="0" lang="en-US" sz="3400" spc="-1" strike="noStrike">
                <a:solidFill>
                  <a:srgbClr val="234465"/>
                </a:solidFill>
                <a:latin typeface="Calibri"/>
              </a:rPr>
              <a:t>…</a:t>
            </a: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  <a:p>
            <a:pPr lvl="1" marL="803160" indent="-360360">
              <a:lnSpc>
                <a:spcPct val="105000"/>
              </a:lnSpc>
              <a:spcBef>
                <a:spcPts val="601"/>
              </a:spcBef>
              <a:spcAft>
                <a:spcPts val="601"/>
              </a:spcAft>
              <a:buClr>
                <a:srgbClr val="234465"/>
              </a:buClr>
              <a:buFont typeface="Wingdings" charset="2"/>
              <a:buChar char=""/>
            </a:pPr>
            <a:r>
              <a:rPr b="0" lang="en-US" sz="3400" spc="-1" strike="noStrike">
                <a:solidFill>
                  <a:srgbClr val="234465"/>
                </a:solidFill>
                <a:latin typeface="Calibri"/>
              </a:rPr>
              <a:t>…</a:t>
            </a: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  <a:p>
            <a:pPr marL="514080" indent="-514080">
              <a:lnSpc>
                <a:spcPct val="105000"/>
              </a:lnSpc>
              <a:spcBef>
                <a:spcPts val="601"/>
              </a:spcBef>
              <a:spcAft>
                <a:spcPts val="601"/>
              </a:spcAft>
              <a:buClr>
                <a:srgbClr val="234465"/>
              </a:buClr>
              <a:buFont typeface="Calibri"/>
              <a:buAutoNum type="arabicPeriod"/>
            </a:pPr>
            <a:r>
              <a:rPr b="0" lang="en-US" sz="3600" spc="-1" strike="noStrike">
                <a:solidFill>
                  <a:srgbClr val="234465"/>
                </a:solidFill>
                <a:latin typeface="Calibri"/>
              </a:rPr>
              <a:t>…</a:t>
            </a:r>
            <a:endParaRPr b="0" lang="en-US" sz="3600" spc="-1" strike="noStrike">
              <a:solidFill>
                <a:srgbClr val="234465"/>
              </a:solidFill>
              <a:latin typeface="Calibri"/>
            </a:endParaRPr>
          </a:p>
          <a:p>
            <a:pPr lvl="1" marL="803160" indent="-360360">
              <a:lnSpc>
                <a:spcPct val="105000"/>
              </a:lnSpc>
              <a:spcBef>
                <a:spcPts val="601"/>
              </a:spcBef>
              <a:spcAft>
                <a:spcPts val="601"/>
              </a:spcAft>
              <a:buClr>
                <a:srgbClr val="234465"/>
              </a:buClr>
              <a:buFont typeface="Wingdings" charset="2"/>
              <a:buChar char=""/>
            </a:pPr>
            <a:r>
              <a:rPr b="0" lang="en-US" sz="3400" spc="-1" strike="noStrike">
                <a:solidFill>
                  <a:srgbClr val="234465"/>
                </a:solidFill>
                <a:latin typeface="Calibri"/>
              </a:rPr>
              <a:t>…</a:t>
            </a: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  <a:p>
            <a:pPr lvl="1" marL="803160" indent="-360360">
              <a:lnSpc>
                <a:spcPct val="105000"/>
              </a:lnSpc>
              <a:spcBef>
                <a:spcPts val="601"/>
              </a:spcBef>
              <a:spcAft>
                <a:spcPts val="601"/>
              </a:spcAft>
              <a:buClr>
                <a:srgbClr val="234465"/>
              </a:buClr>
              <a:buFont typeface="Wingdings" charset="2"/>
              <a:buChar char=""/>
            </a:pPr>
            <a:r>
              <a:rPr b="0" lang="en-US" sz="3400" spc="-1" strike="noStrike">
                <a:solidFill>
                  <a:srgbClr val="234465"/>
                </a:solidFill>
                <a:latin typeface="Calibri"/>
              </a:rPr>
              <a:t>…</a:t>
            </a: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  <a:p>
            <a:pPr marL="514080" indent="-514080">
              <a:lnSpc>
                <a:spcPct val="105000"/>
              </a:lnSpc>
              <a:spcBef>
                <a:spcPts val="601"/>
              </a:spcBef>
              <a:spcAft>
                <a:spcPts val="601"/>
              </a:spcAft>
              <a:buClr>
                <a:srgbClr val="234465"/>
              </a:buClr>
              <a:buFont typeface="Calibri"/>
              <a:buAutoNum type="arabicPeriod"/>
            </a:pPr>
            <a:r>
              <a:rPr b="0" lang="en-US" sz="3600" spc="-1" strike="noStrike">
                <a:solidFill>
                  <a:srgbClr val="234465"/>
                </a:solidFill>
                <a:latin typeface="Calibri"/>
              </a:rPr>
              <a:t>…</a:t>
            </a:r>
            <a:endParaRPr b="0" lang="en-US" sz="36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47" name="Rectangle Top"/>
          <p:cNvSpPr/>
          <p:nvPr/>
        </p:nvSpPr>
        <p:spPr>
          <a:xfrm>
            <a:off x="0" y="0"/>
            <a:ext cx="12196440" cy="109512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2400" spc="-1" strike="noStrike">
              <a:solidFill>
                <a:srgbClr val="f7c86d"/>
              </a:solidFill>
              <a:latin typeface="Calibri"/>
              <a:ea typeface="맑은 고딕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36000" bIns="3600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1" lang="en-US" sz="4000" spc="-1" strike="noStrike">
                <a:solidFill>
                  <a:srgbClr val="ffffff"/>
                </a:solidFill>
                <a:latin typeface="Calibri"/>
              </a:rPr>
              <a:t>Table of Contents</a:t>
            </a:r>
            <a:endParaRPr b="0" lang="en-US" sz="4000" spc="-1" strike="noStrike">
              <a:solidFill>
                <a:srgbClr val="234465"/>
              </a:solidFill>
              <a:latin typeface="Calibri"/>
            </a:endParaRPr>
          </a:p>
        </p:txBody>
      </p:sp>
      <p:pic>
        <p:nvPicPr>
          <p:cNvPr id="49" name="Picture 2" descr=""/>
          <p:cNvPicPr/>
          <p:nvPr/>
        </p:nvPicPr>
        <p:blipFill>
          <a:blip r:embed="rId2"/>
          <a:stretch/>
        </p:blipFill>
        <p:spPr>
          <a:xfrm>
            <a:off x="10553400" y="369000"/>
            <a:ext cx="1442880" cy="35964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Oval Center Icon"/>
          <p:cNvSpPr/>
          <p:nvPr/>
        </p:nvSpPr>
        <p:spPr>
          <a:xfrm>
            <a:off x="4319640" y="867600"/>
            <a:ext cx="3552120" cy="355212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2400" spc="-1" strike="noStrike">
              <a:solidFill>
                <a:srgbClr val="f7c86d"/>
              </a:solidFill>
              <a:latin typeface="Calibri"/>
              <a:ea typeface="맑은 고딕"/>
            </a:endParaRPr>
          </a:p>
        </p:txBody>
      </p:sp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615240" y="4704840"/>
            <a:ext cx="10961280" cy="76788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36000" bIns="360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5390" spc="-1" strike="noStrike">
                <a:solidFill>
                  <a:srgbClr val="234465"/>
                </a:solidFill>
                <a:latin typeface="Calibri"/>
              </a:rPr>
              <a:t>Click to Edit Section Title</a:t>
            </a:r>
            <a:endParaRPr b="0" lang="en-US" sz="539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5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400" spc="-1" strike="noStrike">
                <a:solidFill>
                  <a:srgbClr val="234465"/>
                </a:solidFill>
                <a:latin typeface="Calibri"/>
              </a:rPr>
              <a:t>Click to edit the outline text format</a:t>
            </a: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  <a:p>
            <a:pPr lvl="1" marL="864000" indent="-324000">
              <a:lnSpc>
                <a:spcPct val="105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000" spc="-1" strike="noStrike">
                <a:solidFill>
                  <a:srgbClr val="234465"/>
                </a:solidFill>
                <a:latin typeface="Calibri"/>
              </a:rPr>
              <a:t>Second Outline Level</a:t>
            </a:r>
            <a:endParaRPr b="0" lang="en-US" sz="3000" spc="-1" strike="noStrike">
              <a:solidFill>
                <a:srgbClr val="234465"/>
              </a:solidFill>
              <a:latin typeface="Calibri"/>
            </a:endParaRPr>
          </a:p>
          <a:p>
            <a:pPr lvl="2" marL="1296000" indent="-288000">
              <a:lnSpc>
                <a:spcPct val="105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234465"/>
                </a:solidFill>
                <a:latin typeface="Calibri"/>
              </a:rPr>
              <a:t>Third Outline Level</a:t>
            </a:r>
            <a:endParaRPr b="0" lang="en-US" sz="2800" spc="-1" strike="noStrike">
              <a:solidFill>
                <a:srgbClr val="234465"/>
              </a:solidFill>
              <a:latin typeface="Calibri"/>
            </a:endParaRPr>
          </a:p>
          <a:p>
            <a:pPr lvl="3" marL="1728000" indent="-216000">
              <a:lnSpc>
                <a:spcPct val="105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600" spc="-1" strike="noStrike">
                <a:solidFill>
                  <a:srgbClr val="234465"/>
                </a:solidFill>
                <a:latin typeface="Calibri"/>
              </a:rPr>
              <a:t>Fourth Outline Level</a:t>
            </a:r>
            <a:endParaRPr b="0" lang="en-US" sz="2600" spc="-1" strike="noStrike">
              <a:solidFill>
                <a:srgbClr val="234465"/>
              </a:solidFill>
              <a:latin typeface="Calibri"/>
            </a:endParaRPr>
          </a:p>
          <a:p>
            <a:pPr lvl="4" marL="2160000" indent="-216000">
              <a:lnSpc>
                <a:spcPct val="105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234465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234465"/>
              </a:solidFill>
              <a:latin typeface="Calibri"/>
            </a:endParaRPr>
          </a:p>
          <a:p>
            <a:pPr lvl="5" marL="2592000" indent="-216000">
              <a:lnSpc>
                <a:spcPct val="105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234465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234465"/>
              </a:solidFill>
              <a:latin typeface="Calibri"/>
            </a:endParaRPr>
          </a:p>
          <a:p>
            <a:pPr lvl="6" marL="3024000" indent="-216000">
              <a:lnSpc>
                <a:spcPct val="105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234465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234465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sldNum" idx="2"/>
          </p:nvPr>
        </p:nvSpPr>
        <p:spPr>
          <a:xfrm>
            <a:off x="11752920" y="6507000"/>
            <a:ext cx="367200" cy="2966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000" spc="-1" strike="noStrike">
                <a:solidFill>
                  <a:srgbClr val="234465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C2FD2295-5256-4AD2-9A7C-E2A1F4310964}" type="slidenum">
              <a:rPr b="0" lang="en-US" sz="1000" spc="-1" strike="noStrike">
                <a:solidFill>
                  <a:srgbClr val="234465"/>
                </a:solidFill>
                <a:latin typeface="Calibri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6" name="PlaceHolder 2"/>
          <p:cNvSpPr>
            <a:spLocks noGrp="1"/>
          </p:cNvSpPr>
          <p:nvPr>
            <p:ph type="body"/>
          </p:nvPr>
        </p:nvSpPr>
        <p:spPr>
          <a:xfrm>
            <a:off x="190440" y="1196280"/>
            <a:ext cx="11817720" cy="552852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36000" bIns="36000" anchor="t">
            <a:noAutofit/>
          </a:bodyPr>
          <a:p>
            <a:pPr marL="360360" indent="-360360">
              <a:lnSpc>
                <a:spcPct val="105000"/>
              </a:lnSpc>
              <a:spcBef>
                <a:spcPts val="601"/>
              </a:spcBef>
              <a:spcAft>
                <a:spcPts val="601"/>
              </a:spcAft>
              <a:buClr>
                <a:srgbClr val="234465"/>
              </a:buClr>
              <a:buFont typeface="Wingdings" charset="2"/>
              <a:buChar char=""/>
            </a:pPr>
            <a:r>
              <a:rPr b="0" lang="en-US" sz="3400" spc="-1" strike="noStrike">
                <a:solidFill>
                  <a:srgbClr val="234465"/>
                </a:solidFill>
                <a:latin typeface="Calibri"/>
              </a:rPr>
              <a:t>Edit Master text styles</a:t>
            </a: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  <a:p>
            <a:pPr lvl="1" marL="803160" indent="-360360">
              <a:lnSpc>
                <a:spcPct val="105000"/>
              </a:lnSpc>
              <a:spcBef>
                <a:spcPts val="601"/>
              </a:spcBef>
              <a:spcAft>
                <a:spcPts val="601"/>
              </a:spcAft>
              <a:buClr>
                <a:srgbClr val="234465"/>
              </a:buClr>
              <a:buFont typeface="Wingdings" charset="2"/>
              <a:buChar char=""/>
            </a:pPr>
            <a:r>
              <a:rPr b="0" lang="en-US" sz="3200" spc="-1" strike="noStrike">
                <a:solidFill>
                  <a:srgbClr val="234465"/>
                </a:solidFill>
                <a:latin typeface="Calibri"/>
              </a:rPr>
              <a:t>Second level</a:t>
            </a:r>
            <a:endParaRPr b="0" lang="en-US" sz="3200" spc="-1" strike="noStrike">
              <a:solidFill>
                <a:srgbClr val="234465"/>
              </a:solidFill>
              <a:latin typeface="Calibri"/>
            </a:endParaRPr>
          </a:p>
          <a:p>
            <a:pPr lvl="2" marL="1255680" indent="-360360">
              <a:lnSpc>
                <a:spcPct val="105000"/>
              </a:lnSpc>
              <a:spcBef>
                <a:spcPts val="601"/>
              </a:spcBef>
              <a:spcAft>
                <a:spcPts val="601"/>
              </a:spcAft>
              <a:buClr>
                <a:srgbClr val="234465"/>
              </a:buClr>
              <a:buFont typeface="Wingdings" charset="2"/>
              <a:buChar char=""/>
            </a:pPr>
            <a:r>
              <a:rPr b="0" lang="en-US" sz="3000" spc="-1" strike="noStrike">
                <a:solidFill>
                  <a:srgbClr val="234465"/>
                </a:solidFill>
                <a:latin typeface="Calibri"/>
              </a:rPr>
              <a:t>Third level</a:t>
            </a:r>
            <a:endParaRPr b="0" lang="en-US" sz="3000" spc="-1" strike="noStrike">
              <a:solidFill>
                <a:srgbClr val="234465"/>
              </a:solidFill>
              <a:latin typeface="Calibri"/>
            </a:endParaRPr>
          </a:p>
          <a:p>
            <a:pPr lvl="3" marL="1700280" indent="-352440">
              <a:lnSpc>
                <a:spcPct val="105000"/>
              </a:lnSpc>
              <a:spcBef>
                <a:spcPts val="601"/>
              </a:spcBef>
              <a:spcAft>
                <a:spcPts val="601"/>
              </a:spcAft>
              <a:buClr>
                <a:srgbClr val="234465"/>
              </a:buClr>
              <a:buFont typeface="Wingdings" charset="2"/>
              <a:buChar char=""/>
            </a:pPr>
            <a:r>
              <a:rPr b="0" lang="en-US" sz="2800" spc="-1" strike="noStrike">
                <a:solidFill>
                  <a:srgbClr val="234465"/>
                </a:solidFill>
                <a:latin typeface="Calibri"/>
              </a:rPr>
              <a:t>Fourth level</a:t>
            </a:r>
            <a:endParaRPr b="0" lang="en-US" sz="2800" spc="-1" strike="noStrike">
              <a:solidFill>
                <a:srgbClr val="234465"/>
              </a:solidFill>
              <a:latin typeface="Calibri"/>
            </a:endParaRPr>
          </a:p>
          <a:p>
            <a:pPr lvl="4" marL="2058840" indent="-266760">
              <a:lnSpc>
                <a:spcPct val="105000"/>
              </a:lnSpc>
              <a:spcBef>
                <a:spcPts val="601"/>
              </a:spcBef>
              <a:spcAft>
                <a:spcPts val="601"/>
              </a:spcAft>
              <a:buClr>
                <a:srgbClr val="234465"/>
              </a:buClr>
              <a:buFont typeface="Wingdings" charset="2"/>
              <a:buChar char=""/>
            </a:pPr>
            <a:r>
              <a:rPr b="0" lang="en-US" sz="2600" spc="-1" strike="noStrike">
                <a:solidFill>
                  <a:srgbClr val="234465"/>
                </a:solidFill>
                <a:latin typeface="Calibri"/>
              </a:rPr>
              <a:t>Fifth level</a:t>
            </a:r>
            <a:endParaRPr b="0" lang="en-US" sz="26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27" name="Rectangle Top"/>
          <p:cNvSpPr/>
          <p:nvPr/>
        </p:nvSpPr>
        <p:spPr>
          <a:xfrm>
            <a:off x="0" y="0"/>
            <a:ext cx="12196440" cy="109512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2400" spc="-1" strike="noStrike">
              <a:solidFill>
                <a:srgbClr val="f7c86d"/>
              </a:solidFill>
              <a:latin typeface="Calibri"/>
              <a:ea typeface="맑은 고딕"/>
            </a:endParaRPr>
          </a:p>
        </p:txBody>
      </p:sp>
      <p:sp>
        <p:nvSpPr>
          <p:cNvPr id="128" name="PlaceHolder 3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36000" bIns="3600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1" lang="en-US" sz="4000" spc="-1" strike="noStrike">
                <a:solidFill>
                  <a:srgbClr val="ffffff"/>
                </a:solidFill>
                <a:latin typeface="Calibri"/>
              </a:rPr>
              <a:t>Slide Title</a:t>
            </a:r>
            <a:endParaRPr b="0" lang="en-US" sz="4000" spc="-1" strike="noStrike">
              <a:solidFill>
                <a:srgbClr val="234465"/>
              </a:solidFill>
              <a:latin typeface="Calibri"/>
            </a:endParaRPr>
          </a:p>
        </p:txBody>
      </p:sp>
      <p:pic>
        <p:nvPicPr>
          <p:cNvPr id="129" name="Picture 3" descr=""/>
          <p:cNvPicPr/>
          <p:nvPr/>
        </p:nvPicPr>
        <p:blipFill>
          <a:blip r:embed="rId2"/>
          <a:stretch/>
        </p:blipFill>
        <p:spPr>
          <a:xfrm>
            <a:off x="10553400" y="369000"/>
            <a:ext cx="1442880" cy="35964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  <p:sldLayoutId id="2147483697" r:id="rId12"/>
    <p:sldLayoutId id="2147483698" r:id="rId13"/>
    <p:sldLayoutId id="2147483699" r:id="rId14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PlaceHolder 1"/>
          <p:cNvSpPr>
            <a:spLocks noGrp="1"/>
          </p:cNvSpPr>
          <p:nvPr>
            <p:ph type="sldNum" idx="3"/>
          </p:nvPr>
        </p:nvSpPr>
        <p:spPr>
          <a:xfrm>
            <a:off x="11752920" y="6507000"/>
            <a:ext cx="367200" cy="2966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000" spc="-1" strike="noStrike">
                <a:solidFill>
                  <a:srgbClr val="234465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40000B1-B1D0-4903-9582-8D5411100899}" type="slidenum">
              <a:rPr b="0" lang="en-US" sz="1000" spc="-1" strike="noStrike">
                <a:solidFill>
                  <a:srgbClr val="234465"/>
                </a:solidFill>
                <a:latin typeface="Calibri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7" name="Rectangle Left"/>
          <p:cNvSpPr/>
          <p:nvPr/>
        </p:nvSpPr>
        <p:spPr>
          <a:xfrm>
            <a:off x="0" y="0"/>
            <a:ext cx="1153440" cy="68576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2400" spc="-1" strike="noStrike">
              <a:solidFill>
                <a:srgbClr val="f7c86d"/>
              </a:solidFill>
              <a:latin typeface="Calibri"/>
              <a:ea typeface="맑은 고딕"/>
            </a:endParaRPr>
          </a:p>
        </p:txBody>
      </p:sp>
      <p:pic>
        <p:nvPicPr>
          <p:cNvPr id="168" name="Picture Bulb" descr="Bulb"/>
          <p:cNvPicPr/>
          <p:nvPr/>
        </p:nvPicPr>
        <p:blipFill>
          <a:blip r:embed="rId2"/>
          <a:stretch/>
        </p:blipFill>
        <p:spPr>
          <a:xfrm>
            <a:off x="235080" y="1792440"/>
            <a:ext cx="1829880" cy="4061880"/>
          </a:xfrm>
          <a:prstGeom prst="rect">
            <a:avLst/>
          </a:prstGeom>
          <a:ln w="0">
            <a:noFill/>
          </a:ln>
        </p:spPr>
      </p:pic>
      <p:sp>
        <p:nvSpPr>
          <p:cNvPr id="169" name="PlaceHolder 2"/>
          <p:cNvSpPr>
            <a:spLocks noGrp="1"/>
          </p:cNvSpPr>
          <p:nvPr>
            <p:ph type="body"/>
          </p:nvPr>
        </p:nvSpPr>
        <p:spPr>
          <a:xfrm>
            <a:off x="1865880" y="1121040"/>
            <a:ext cx="10128960" cy="554616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36000" bIns="36000" anchor="t">
            <a:noAutofit/>
          </a:bodyPr>
          <a:p>
            <a:pPr marL="360360" indent="-360360">
              <a:lnSpc>
                <a:spcPct val="105000"/>
              </a:lnSpc>
              <a:spcBef>
                <a:spcPts val="601"/>
              </a:spcBef>
              <a:spcAft>
                <a:spcPts val="601"/>
              </a:spcAft>
              <a:buClr>
                <a:srgbClr val="234465"/>
              </a:buClr>
              <a:buFont typeface="Wingdings" charset="2"/>
              <a:buChar char=""/>
            </a:pPr>
            <a:r>
              <a:rPr b="0" lang="en-US" sz="3400" spc="-1" strike="noStrike">
                <a:solidFill>
                  <a:srgbClr val="234465"/>
                </a:solidFill>
                <a:latin typeface="Calibri"/>
              </a:rPr>
              <a:t>Edit Master text styles</a:t>
            </a: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  <a:p>
            <a:pPr lvl="1" marL="803160" indent="-360360">
              <a:lnSpc>
                <a:spcPct val="105000"/>
              </a:lnSpc>
              <a:spcBef>
                <a:spcPts val="601"/>
              </a:spcBef>
              <a:spcAft>
                <a:spcPts val="601"/>
              </a:spcAft>
              <a:buClr>
                <a:srgbClr val="234465"/>
              </a:buClr>
              <a:buFont typeface="Wingdings" charset="2"/>
              <a:buChar char=""/>
            </a:pPr>
            <a:r>
              <a:rPr b="0" lang="en-US" sz="3200" spc="-1" strike="noStrike">
                <a:solidFill>
                  <a:srgbClr val="234465"/>
                </a:solidFill>
                <a:latin typeface="Calibri"/>
              </a:rPr>
              <a:t>Second level</a:t>
            </a:r>
            <a:endParaRPr b="0" lang="en-US" sz="3200" spc="-1" strike="noStrike">
              <a:solidFill>
                <a:srgbClr val="234465"/>
              </a:solidFill>
              <a:latin typeface="Calibri"/>
            </a:endParaRPr>
          </a:p>
          <a:p>
            <a:pPr lvl="2" marL="1255680" indent="-360360">
              <a:lnSpc>
                <a:spcPct val="105000"/>
              </a:lnSpc>
              <a:spcBef>
                <a:spcPts val="601"/>
              </a:spcBef>
              <a:spcAft>
                <a:spcPts val="601"/>
              </a:spcAft>
              <a:buClr>
                <a:srgbClr val="234465"/>
              </a:buClr>
              <a:buFont typeface="Wingdings" charset="2"/>
              <a:buChar char=""/>
            </a:pPr>
            <a:r>
              <a:rPr b="0" lang="en-US" sz="3000" spc="-1" strike="noStrike">
                <a:solidFill>
                  <a:srgbClr val="234465"/>
                </a:solidFill>
                <a:latin typeface="Calibri"/>
              </a:rPr>
              <a:t>Third level</a:t>
            </a:r>
            <a:endParaRPr b="0" lang="en-US" sz="3000" spc="-1" strike="noStrike">
              <a:solidFill>
                <a:srgbClr val="234465"/>
              </a:solidFill>
              <a:latin typeface="Calibri"/>
            </a:endParaRPr>
          </a:p>
          <a:p>
            <a:pPr lvl="3" marL="1700280" indent="-352440">
              <a:lnSpc>
                <a:spcPct val="105000"/>
              </a:lnSpc>
              <a:spcBef>
                <a:spcPts val="601"/>
              </a:spcBef>
              <a:spcAft>
                <a:spcPts val="601"/>
              </a:spcAft>
              <a:buClr>
                <a:srgbClr val="234465"/>
              </a:buClr>
              <a:buFont typeface="Wingdings" charset="2"/>
              <a:buChar char=""/>
            </a:pPr>
            <a:r>
              <a:rPr b="0" lang="en-US" sz="2800" spc="-1" strike="noStrike">
                <a:solidFill>
                  <a:srgbClr val="234465"/>
                </a:solidFill>
                <a:latin typeface="Calibri"/>
              </a:rPr>
              <a:t>Fourth level</a:t>
            </a:r>
            <a:endParaRPr b="0" lang="en-US" sz="2800" spc="-1" strike="noStrike">
              <a:solidFill>
                <a:srgbClr val="234465"/>
              </a:solidFill>
              <a:latin typeface="Calibri"/>
            </a:endParaRPr>
          </a:p>
          <a:p>
            <a:pPr lvl="4" marL="2058840" indent="-266760">
              <a:lnSpc>
                <a:spcPct val="105000"/>
              </a:lnSpc>
              <a:spcBef>
                <a:spcPts val="601"/>
              </a:spcBef>
              <a:spcAft>
                <a:spcPts val="601"/>
              </a:spcAft>
              <a:buClr>
                <a:srgbClr val="234465"/>
              </a:buClr>
              <a:buFont typeface="Wingdings" charset="2"/>
              <a:buChar char=""/>
            </a:pPr>
            <a:r>
              <a:rPr b="0" lang="en-US" sz="2600" spc="-1" strike="noStrike">
                <a:solidFill>
                  <a:srgbClr val="234465"/>
                </a:solidFill>
                <a:latin typeface="Calibri"/>
              </a:rPr>
              <a:t>Fifth level</a:t>
            </a:r>
            <a:endParaRPr b="0" lang="en-US" sz="26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70" name="PlaceHolder 3"/>
          <p:cNvSpPr>
            <a:spLocks noGrp="1"/>
          </p:cNvSpPr>
          <p:nvPr>
            <p:ph type="title"/>
          </p:nvPr>
        </p:nvSpPr>
        <p:spPr>
          <a:xfrm>
            <a:off x="1297080" y="100800"/>
            <a:ext cx="9163800" cy="88236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36000" bIns="3600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1" lang="en-US" sz="4000" spc="-1" strike="noStrike">
                <a:solidFill>
                  <a:srgbClr val="234465"/>
                </a:solidFill>
                <a:latin typeface="Calibri"/>
              </a:rPr>
              <a:t>Slide Title</a:t>
            </a:r>
            <a:endParaRPr b="0" lang="en-US" sz="4000" spc="-1" strike="noStrike">
              <a:solidFill>
                <a:srgbClr val="234465"/>
              </a:solidFill>
              <a:latin typeface="Calibri"/>
            </a:endParaRPr>
          </a:p>
        </p:txBody>
      </p:sp>
      <p:pic>
        <p:nvPicPr>
          <p:cNvPr id="171" name="Picture 1" descr=""/>
          <p:cNvPicPr/>
          <p:nvPr/>
        </p:nvPicPr>
        <p:blipFill>
          <a:blip r:embed="rId3"/>
          <a:stretch/>
        </p:blipFill>
        <p:spPr>
          <a:xfrm>
            <a:off x="10551960" y="362160"/>
            <a:ext cx="1442880" cy="35964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  <p:sldLayoutId id="2147483709" r:id="rId12"/>
    <p:sldLayoutId id="2147483710" r:id="rId13"/>
    <p:sldLayoutId id="2147483711" r:id="rId14"/>
    <p:sldLayoutId id="2147483712" r:id="rId15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Rectangle Bottom"/>
          <p:cNvSpPr/>
          <p:nvPr/>
        </p:nvSpPr>
        <p:spPr>
          <a:xfrm>
            <a:off x="0" y="6371280"/>
            <a:ext cx="12194640" cy="48672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2400" spc="-1" strike="noStrike">
              <a:solidFill>
                <a:srgbClr val="f7c86d"/>
              </a:solidFill>
              <a:latin typeface="Calibri"/>
              <a:ea typeface="맑은 고딕"/>
            </a:endParaRPr>
          </a:p>
        </p:txBody>
      </p:sp>
      <p:sp>
        <p:nvSpPr>
          <p:cNvPr id="209" name="PlaceHolder 1"/>
          <p:cNvSpPr>
            <a:spLocks noGrp="1"/>
          </p:cNvSpPr>
          <p:nvPr>
            <p:ph type="title"/>
          </p:nvPr>
        </p:nvSpPr>
        <p:spPr>
          <a:xfrm>
            <a:off x="726840" y="1461960"/>
            <a:ext cx="10731240" cy="304668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36000" bIns="36000" anchor="ctr">
            <a:normAutofit/>
          </a:bodyPr>
          <a:p>
            <a:pPr indent="0" algn="ctr">
              <a:lnSpc>
                <a:spcPct val="100000"/>
              </a:lnSpc>
              <a:buNone/>
            </a:pPr>
            <a:r>
              <a:rPr b="1" lang="bg-BG" sz="13800" spc="-1" strike="noStrike">
                <a:solidFill>
                  <a:srgbClr val="234465"/>
                </a:solidFill>
                <a:latin typeface="Calibri"/>
              </a:rPr>
              <a:t>Въпроси?</a:t>
            </a:r>
            <a:endParaRPr b="0" lang="en-US" sz="13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21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5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400" spc="-1" strike="noStrike">
                <a:solidFill>
                  <a:srgbClr val="234465"/>
                </a:solidFill>
                <a:latin typeface="Calibri"/>
              </a:rPr>
              <a:t>Click to edit the outline text format</a:t>
            </a: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  <a:p>
            <a:pPr lvl="1" marL="864000" indent="-324000">
              <a:lnSpc>
                <a:spcPct val="105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000" spc="-1" strike="noStrike">
                <a:solidFill>
                  <a:srgbClr val="234465"/>
                </a:solidFill>
                <a:latin typeface="Calibri"/>
              </a:rPr>
              <a:t>Second Outline Level</a:t>
            </a:r>
            <a:endParaRPr b="0" lang="en-US" sz="3000" spc="-1" strike="noStrike">
              <a:solidFill>
                <a:srgbClr val="234465"/>
              </a:solidFill>
              <a:latin typeface="Calibri"/>
            </a:endParaRPr>
          </a:p>
          <a:p>
            <a:pPr lvl="2" marL="1296000" indent="-288000">
              <a:lnSpc>
                <a:spcPct val="105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234465"/>
                </a:solidFill>
                <a:latin typeface="Calibri"/>
              </a:rPr>
              <a:t>Third Outline Level</a:t>
            </a:r>
            <a:endParaRPr b="0" lang="en-US" sz="2800" spc="-1" strike="noStrike">
              <a:solidFill>
                <a:srgbClr val="234465"/>
              </a:solidFill>
              <a:latin typeface="Calibri"/>
            </a:endParaRPr>
          </a:p>
          <a:p>
            <a:pPr lvl="3" marL="1728000" indent="-216000">
              <a:lnSpc>
                <a:spcPct val="105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600" spc="-1" strike="noStrike">
                <a:solidFill>
                  <a:srgbClr val="234465"/>
                </a:solidFill>
                <a:latin typeface="Calibri"/>
              </a:rPr>
              <a:t>Fourth Outline Level</a:t>
            </a:r>
            <a:endParaRPr b="0" lang="en-US" sz="2600" spc="-1" strike="noStrike">
              <a:solidFill>
                <a:srgbClr val="234465"/>
              </a:solidFill>
              <a:latin typeface="Calibri"/>
            </a:endParaRPr>
          </a:p>
          <a:p>
            <a:pPr lvl="4" marL="2160000" indent="-216000">
              <a:lnSpc>
                <a:spcPct val="105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234465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234465"/>
              </a:solidFill>
              <a:latin typeface="Calibri"/>
            </a:endParaRPr>
          </a:p>
          <a:p>
            <a:pPr lvl="5" marL="2592000" indent="-216000">
              <a:lnSpc>
                <a:spcPct val="105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234465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234465"/>
              </a:solidFill>
              <a:latin typeface="Calibri"/>
            </a:endParaRPr>
          </a:p>
          <a:p>
            <a:pPr lvl="6" marL="3024000" indent="-216000">
              <a:lnSpc>
                <a:spcPct val="105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234465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234465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4" r:id="rId2"/>
    <p:sldLayoutId id="2147483715" r:id="rId3"/>
    <p:sldLayoutId id="2147483716" r:id="rId4"/>
    <p:sldLayoutId id="2147483717" r:id="rId5"/>
    <p:sldLayoutId id="2147483718" r:id="rId6"/>
    <p:sldLayoutId id="2147483719" r:id="rId7"/>
    <p:sldLayoutId id="2147483720" r:id="rId8"/>
    <p:sldLayoutId id="2147483721" r:id="rId9"/>
    <p:sldLayoutId id="2147483722" r:id="rId10"/>
    <p:sldLayoutId id="2147483723" r:id="rId11"/>
    <p:sldLayoutId id="2147483724" r:id="rId12"/>
    <p:sldLayoutId id="2147483725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hyperlink" Target="https://about.softuni.bg/" TargetMode="Externa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2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37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1.png"/><Relationship Id="rId3" Type="http://schemas.openxmlformats.org/officeDocument/2006/relationships/image" Target="../media/image11.png"/><Relationship Id="rId4" Type="http://schemas.openxmlformats.org/officeDocument/2006/relationships/image" Target="../media/image11.png"/><Relationship Id="rId5" Type="http://schemas.openxmlformats.org/officeDocument/2006/relationships/slideLayout" Target="../slideLayouts/slideLayout37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25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slideLayout" Target="../slideLayouts/slideLayout37.xml"/><Relationship Id="rId8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slideLayout" Target="../slideLayouts/slideLayout49.xml"/><Relationship Id="rId3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slideLayout" Target="../slideLayouts/slideLayout49.xml"/><Relationship Id="rId3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slideLayout" Target="../slideLayouts/slideLayout49.xml"/><Relationship Id="rId3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slideLayout" Target="../slideLayouts/slideLayout49.xml"/><Relationship Id="rId3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2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slideLayout" Target="../slideLayouts/slideLayout37.xml"/><Relationship Id="rId3" Type="http://schemas.openxmlformats.org/officeDocument/2006/relationships/notesSlide" Target="../notesSlides/notesSlide2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hyperlink" Target="https://github.com/BG-IT-Edu" TargetMode="External"/><Relationship Id="rId2" Type="http://schemas.openxmlformats.org/officeDocument/2006/relationships/slideLayout" Target="../slideLayouts/slideLayout61.xml"/><Relationship Id="rId3" Type="http://schemas.openxmlformats.org/officeDocument/2006/relationships/notesSlide" Target="../notesSlides/notesSlide26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hyperlink" Target="https://github.com/BG-IT-Edu" TargetMode="External"/><Relationship Id="rId3" Type="http://schemas.openxmlformats.org/officeDocument/2006/relationships/hyperlink" Target="http://creativecommons.org/licenses/by-nc-sa/4.0/" TargetMode="External"/><Relationship Id="rId4" Type="http://schemas.openxmlformats.org/officeDocument/2006/relationships/image" Target="../media/image2.png"/><Relationship Id="rId5" Type="http://schemas.openxmlformats.org/officeDocument/2006/relationships/slideLayout" Target="../slideLayouts/slideLayout37.xml"/><Relationship Id="rId6" Type="http://schemas.openxmlformats.org/officeDocument/2006/relationships/notesSlide" Target="../notesSlides/notesSlide2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PlaceHolder 1"/>
          <p:cNvSpPr>
            <a:spLocks noGrp="1"/>
          </p:cNvSpPr>
          <p:nvPr>
            <p:ph/>
          </p:nvPr>
        </p:nvSpPr>
        <p:spPr>
          <a:xfrm>
            <a:off x="6390000" y="6086160"/>
            <a:ext cx="5248080" cy="34092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pPr indent="0" algn="r">
              <a:lnSpc>
                <a:spcPct val="105000"/>
              </a:lnSpc>
              <a:spcBef>
                <a:spcPts val="601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bg-BG" sz="1800" spc="-1" strike="noStrike">
                <a:solidFill>
                  <a:srgbClr val="234465"/>
                </a:solidFill>
                <a:latin typeface="Calibri"/>
              </a:rPr>
              <a:t>Софтуерни и хардуерни науки</a:t>
            </a: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254" name="PlaceHolder 2"/>
          <p:cNvSpPr>
            <a:spLocks noGrp="1"/>
          </p:cNvSpPr>
          <p:nvPr>
            <p:ph/>
          </p:nvPr>
        </p:nvSpPr>
        <p:spPr>
          <a:xfrm>
            <a:off x="6390000" y="5698080"/>
            <a:ext cx="5248080" cy="37404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rmAutofit fontScale="94000"/>
          </a:bodyPr>
          <a:p>
            <a:pPr indent="0" algn="r">
              <a:lnSpc>
                <a:spcPct val="105000"/>
              </a:lnSpc>
              <a:spcBef>
                <a:spcPts val="601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1" lang="bg-BG" sz="2000" spc="-1" strike="noStrike">
                <a:solidFill>
                  <a:srgbClr val="234465"/>
                </a:solidFill>
                <a:latin typeface="Calibri"/>
              </a:rPr>
              <a:t>Курс "Релационни бази данни"</a:t>
            </a:r>
            <a:endParaRPr b="0" lang="en-US" sz="20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255" name="PlaceHolder 3"/>
          <p:cNvSpPr>
            <a:spLocks noGrp="1"/>
          </p:cNvSpPr>
          <p:nvPr>
            <p:ph/>
          </p:nvPr>
        </p:nvSpPr>
        <p:spPr>
          <a:xfrm>
            <a:off x="533880" y="6085800"/>
            <a:ext cx="4751640" cy="34128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pPr indent="0">
              <a:lnSpc>
                <a:spcPct val="105000"/>
              </a:lnSpc>
              <a:buNone/>
              <a:tabLst>
                <a:tab algn="l" pos="0"/>
              </a:tabLst>
            </a:pPr>
            <a:r>
              <a:rPr b="0" lang="en-US" sz="1800" spc="-1" strike="noStrike" u="sng">
                <a:solidFill>
                  <a:srgbClr val="8f5a00"/>
                </a:solidFill>
                <a:uFillTx/>
                <a:latin typeface="Calibri"/>
                <a:hlinkClick r:id="rId1"/>
              </a:rPr>
              <a:t>https://about.softuni.bg</a:t>
            </a: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256" name="PlaceHolder 4"/>
          <p:cNvSpPr>
            <a:spLocks noGrp="1"/>
          </p:cNvSpPr>
          <p:nvPr>
            <p:ph/>
          </p:nvPr>
        </p:nvSpPr>
        <p:spPr>
          <a:xfrm>
            <a:off x="533880" y="5250960"/>
            <a:ext cx="4751640" cy="72468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pPr indent="0">
              <a:lnSpc>
                <a:spcPct val="105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1a334c"/>
                </a:solidFill>
                <a:latin typeface="Calibri"/>
              </a:rPr>
              <a:t>Software University</a:t>
            </a:r>
            <a:endParaRPr b="0" lang="en-US" sz="20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257" name="PlaceHolder 5"/>
          <p:cNvSpPr>
            <a:spLocks noGrp="1"/>
          </p:cNvSpPr>
          <p:nvPr>
            <p:ph type="subTitle"/>
          </p:nvPr>
        </p:nvSpPr>
        <p:spPr>
          <a:xfrm>
            <a:off x="554760" y="1402920"/>
            <a:ext cx="11083320" cy="72468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36000" bIns="36000" anchor="t">
            <a:normAutofit/>
          </a:bodyPr>
          <a:p>
            <a:pPr indent="0" algn="ctr">
              <a:lnSpc>
                <a:spcPct val="105000"/>
              </a:lnSpc>
              <a:spcBef>
                <a:spcPts val="601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bg-BG" sz="3600" spc="-1" strike="noStrike">
                <a:solidFill>
                  <a:srgbClr val="234465"/>
                </a:solidFill>
                <a:latin typeface="Calibri"/>
              </a:rPr>
              <a:t>Същност. Видове съединения на таблици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8" name="PlaceHolder 6"/>
          <p:cNvSpPr>
            <a:spLocks noGrp="1"/>
          </p:cNvSpPr>
          <p:nvPr>
            <p:ph type="title"/>
          </p:nvPr>
        </p:nvSpPr>
        <p:spPr>
          <a:xfrm>
            <a:off x="554760" y="321480"/>
            <a:ext cx="11083320" cy="97128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36000" bIns="36000" anchor="ctr">
            <a:normAutofit/>
          </a:bodyPr>
          <a:p>
            <a:pPr indent="0" algn="ctr">
              <a:lnSpc>
                <a:spcPct val="100000"/>
              </a:lnSpc>
              <a:buNone/>
            </a:pPr>
            <a:r>
              <a:rPr b="1" lang="bg-BG" sz="4400" spc="-1" strike="noStrike">
                <a:solidFill>
                  <a:srgbClr val="234465"/>
                </a:solidFill>
                <a:latin typeface="Calibri"/>
              </a:rPr>
              <a:t>Съединение на таблици</a:t>
            </a:r>
            <a:endParaRPr b="0" lang="en-US" sz="4400" spc="-1" strike="noStrike">
              <a:solidFill>
                <a:srgbClr val="234465"/>
              </a:solidFill>
              <a:latin typeface="Calibri"/>
            </a:endParaRPr>
          </a:p>
        </p:txBody>
      </p:sp>
      <p:pic>
        <p:nvPicPr>
          <p:cNvPr id="259" name="Picture 2" descr="SQL INNER JOIN"/>
          <p:cNvPicPr/>
          <p:nvPr/>
        </p:nvPicPr>
        <p:blipFill>
          <a:blip r:embed="rId2"/>
          <a:stretch/>
        </p:blipFill>
        <p:spPr>
          <a:xfrm>
            <a:off x="9014400" y="2378880"/>
            <a:ext cx="3123720" cy="3123720"/>
          </a:xfrm>
          <a:prstGeom prst="rect">
            <a:avLst/>
          </a:prstGeom>
          <a:ln w="0">
            <a:noFill/>
          </a:ln>
        </p:spPr>
      </p:pic>
      <p:pic>
        <p:nvPicPr>
          <p:cNvPr id="260" name="Picture 3" descr=""/>
          <p:cNvPicPr/>
          <p:nvPr/>
        </p:nvPicPr>
        <p:blipFill>
          <a:blip r:embed="rId3"/>
          <a:stretch/>
        </p:blipFill>
        <p:spPr>
          <a:xfrm>
            <a:off x="584280" y="3002400"/>
            <a:ext cx="1956240" cy="8751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advTm="5000" p14:dur="2000"/>
    </mc:Choice>
    <mc:Fallback>
      <p:transition spd="slow" advTm="5000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PlaceHolder 1"/>
          <p:cNvSpPr>
            <a:spLocks noGrp="1"/>
          </p:cNvSpPr>
          <p:nvPr>
            <p:ph/>
          </p:nvPr>
        </p:nvSpPr>
        <p:spPr>
          <a:xfrm>
            <a:off x="304920" y="1219320"/>
            <a:ext cx="10671480" cy="520704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36000" bIns="36000" anchor="t">
            <a:noAutofit/>
          </a:bodyPr>
          <a:p>
            <a:pPr marL="514080" indent="-514080">
              <a:lnSpc>
                <a:spcPct val="105000"/>
              </a:lnSpc>
              <a:spcBef>
                <a:spcPts val="601"/>
              </a:spcBef>
              <a:spcAft>
                <a:spcPts val="601"/>
              </a:spcAft>
              <a:buClr>
                <a:srgbClr val="234465"/>
              </a:buClr>
              <a:buFont typeface="Calibri"/>
              <a:buAutoNum type="arabicPeriod"/>
            </a:pPr>
            <a:r>
              <a:rPr b="0" lang="bg-BG" sz="3400" spc="-1" strike="noStrike">
                <a:solidFill>
                  <a:srgbClr val="234465"/>
                </a:solidFill>
                <a:latin typeface="Calibri"/>
              </a:rPr>
              <a:t>͏</a:t>
            </a:r>
            <a:r>
              <a:rPr b="1" lang="en-US" sz="3400" spc="-1" strike="noStrike">
                <a:solidFill>
                  <a:srgbClr val="bf7800"/>
                </a:solidFill>
                <a:latin typeface="Calibri"/>
              </a:rPr>
              <a:t>JOIN</a:t>
            </a:r>
            <a:r>
              <a:rPr b="0" lang="en-US" sz="3400" spc="-1" strike="noStrike">
                <a:solidFill>
                  <a:srgbClr val="234465"/>
                </a:solidFill>
                <a:latin typeface="Calibri"/>
              </a:rPr>
              <a:t> – </a:t>
            </a:r>
            <a:r>
              <a:rPr b="0" lang="bg-BG" sz="3400" spc="-1" strike="noStrike">
                <a:solidFill>
                  <a:srgbClr val="234465"/>
                </a:solidFill>
                <a:latin typeface="Calibri"/>
              </a:rPr>
              <a:t>значение и използване</a:t>
            </a: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  <a:p>
            <a:pPr marL="514080" indent="-514080">
              <a:lnSpc>
                <a:spcPct val="105000"/>
              </a:lnSpc>
              <a:spcBef>
                <a:spcPts val="601"/>
              </a:spcBef>
              <a:spcAft>
                <a:spcPts val="601"/>
              </a:spcAft>
              <a:buClr>
                <a:srgbClr val="234465"/>
              </a:buClr>
              <a:buFont typeface="Calibri"/>
              <a:buAutoNum type="arabicPeriod"/>
            </a:pPr>
            <a:r>
              <a:rPr b="0" lang="bg-BG" sz="3400" spc="-1" strike="noStrike">
                <a:solidFill>
                  <a:srgbClr val="234465"/>
                </a:solidFill>
                <a:latin typeface="Calibri"/>
              </a:rPr>
              <a:t>Видове съединения на таблици:</a:t>
            </a: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  <a:p>
            <a:pPr lvl="1" marL="803160" indent="-36036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234465"/>
              </a:buClr>
              <a:buFont typeface="Wingdings" charset="2"/>
              <a:buChar char=""/>
            </a:pPr>
            <a:r>
              <a:rPr b="1" lang="en-US" sz="3400" spc="-1" strike="noStrike">
                <a:solidFill>
                  <a:srgbClr val="bf7800"/>
                </a:solidFill>
                <a:latin typeface="Calibri"/>
              </a:rPr>
              <a:t>Inner</a:t>
            </a:r>
            <a:r>
              <a:rPr b="0" lang="en-US" sz="3400" spc="-1" strike="noStrike">
                <a:solidFill>
                  <a:srgbClr val="234465"/>
                </a:solidFill>
                <a:latin typeface="Calibri"/>
              </a:rPr>
              <a:t> JOIN</a:t>
            </a: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  <a:p>
            <a:pPr lvl="1" marL="803160" indent="-36036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234465"/>
              </a:buClr>
              <a:buFont typeface="Wingdings" charset="2"/>
              <a:buChar char=""/>
            </a:pPr>
            <a:r>
              <a:rPr b="1" lang="en-US" sz="3400" spc="-1" strike="noStrike">
                <a:solidFill>
                  <a:srgbClr val="bf7800"/>
                </a:solidFill>
                <a:latin typeface="Calibri"/>
              </a:rPr>
              <a:t>Left</a:t>
            </a:r>
            <a:r>
              <a:rPr b="0" lang="en-US" sz="3400" spc="-1" strike="noStrike">
                <a:solidFill>
                  <a:srgbClr val="234465"/>
                </a:solidFill>
                <a:latin typeface="Calibri"/>
              </a:rPr>
              <a:t>, </a:t>
            </a:r>
            <a:r>
              <a:rPr b="1" lang="en-US" sz="3400" spc="-1" strike="noStrike">
                <a:solidFill>
                  <a:srgbClr val="bf7800"/>
                </a:solidFill>
                <a:latin typeface="Calibri"/>
              </a:rPr>
              <a:t>Right</a:t>
            </a:r>
            <a:r>
              <a:rPr b="0" lang="en-US" sz="3400" spc="-1" strike="noStrike">
                <a:solidFill>
                  <a:srgbClr val="234465"/>
                </a:solidFill>
                <a:latin typeface="Calibri"/>
              </a:rPr>
              <a:t>, </a:t>
            </a:r>
            <a:r>
              <a:rPr b="1" lang="en-US" sz="3400" spc="-1" strike="noStrike">
                <a:solidFill>
                  <a:srgbClr val="bf7800"/>
                </a:solidFill>
                <a:latin typeface="Calibri"/>
              </a:rPr>
              <a:t>Full</a:t>
            </a:r>
            <a:r>
              <a:rPr b="0" lang="en-US" sz="3400" spc="-1" strike="noStrike">
                <a:solidFill>
                  <a:srgbClr val="234465"/>
                </a:solidFill>
                <a:latin typeface="Calibri"/>
              </a:rPr>
              <a:t> </a:t>
            </a:r>
            <a:r>
              <a:rPr b="1" lang="en-US" sz="3400" spc="-1" strike="noStrike">
                <a:solidFill>
                  <a:srgbClr val="bf7800"/>
                </a:solidFill>
                <a:latin typeface="Calibri"/>
              </a:rPr>
              <a:t>outer</a:t>
            </a:r>
            <a:r>
              <a:rPr b="0" lang="en-US" sz="3400" spc="-1" strike="noStrike">
                <a:solidFill>
                  <a:srgbClr val="234465"/>
                </a:solidFill>
                <a:latin typeface="Calibri"/>
              </a:rPr>
              <a:t> JOIN</a:t>
            </a: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  <a:p>
            <a:pPr lvl="1" marL="803160" indent="-36036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234465"/>
              </a:buClr>
              <a:buFont typeface="Wingdings" charset="2"/>
              <a:buChar char=""/>
            </a:pPr>
            <a:r>
              <a:rPr b="1" lang="en-US" sz="3400" spc="-1" strike="noStrike">
                <a:solidFill>
                  <a:srgbClr val="bf7800"/>
                </a:solidFill>
                <a:latin typeface="Calibri"/>
              </a:rPr>
              <a:t>Cross</a:t>
            </a:r>
            <a:r>
              <a:rPr b="0" lang="en-US" sz="3400" spc="-1" strike="noStrike">
                <a:solidFill>
                  <a:srgbClr val="234465"/>
                </a:solidFill>
                <a:latin typeface="Calibri"/>
              </a:rPr>
              <a:t> JOIN</a:t>
            </a: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  <a:p>
            <a:pPr lvl="1" marL="803160" indent="-36036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234465"/>
              </a:buClr>
              <a:buFont typeface="Wingdings" charset="2"/>
              <a:buChar char=""/>
            </a:pPr>
            <a:r>
              <a:rPr b="1" lang="en-US" sz="3400" spc="-1" strike="noStrike">
                <a:solidFill>
                  <a:srgbClr val="bf7800"/>
                </a:solidFill>
                <a:latin typeface="Calibri"/>
              </a:rPr>
              <a:t>EQUI</a:t>
            </a:r>
            <a:r>
              <a:rPr b="0" lang="en-US" sz="3400" spc="-1" strike="noStrike">
                <a:solidFill>
                  <a:srgbClr val="234465"/>
                </a:solidFill>
                <a:latin typeface="Calibri"/>
              </a:rPr>
              <a:t> JOIN</a:t>
            </a: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262" name="PlaceHolder 2"/>
          <p:cNvSpPr>
            <a:spLocks noGrp="1"/>
          </p:cNvSpPr>
          <p:nvPr>
            <p:ph type="title"/>
          </p:nvPr>
        </p:nvSpPr>
        <p:spPr>
          <a:xfrm>
            <a:off x="190440" y="100800"/>
            <a:ext cx="9668880" cy="88236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36000" bIns="3600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1" lang="bg-BG" sz="4000" spc="-1" strike="noStrike">
                <a:solidFill>
                  <a:srgbClr val="ffffff"/>
                </a:solidFill>
                <a:latin typeface="Calibri"/>
              </a:rPr>
              <a:t>Съдържание</a:t>
            </a:r>
            <a:endParaRPr b="0" lang="en-US" sz="40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263" name="Slide Number"/>
          <p:cNvSpPr/>
          <p:nvPr/>
        </p:nvSpPr>
        <p:spPr>
          <a:xfrm>
            <a:off x="11752920" y="6507000"/>
            <a:ext cx="367200" cy="29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0826B742-B414-469B-80FF-07C411DD4667}" type="slidenum">
              <a:rPr b="0" lang="en-US" sz="1000" spc="-1" strike="noStrike">
                <a:solidFill>
                  <a:srgbClr val="234465"/>
                </a:solidFill>
                <a:latin typeface="Calibri"/>
              </a:rPr>
              <a:t>1</a:t>
            </a:fld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advTm="5000" p14:dur="2000"/>
    </mc:Choice>
    <mc:Fallback>
      <p:transition spd="slow" advTm="5000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4" name="Picture 2" descr="Columns, combine, concatenation, join, merge, table icon - Download on  Iconfinder"/>
          <p:cNvPicPr/>
          <p:nvPr/>
        </p:nvPicPr>
        <p:blipFill>
          <a:blip r:embed="rId1"/>
          <a:stretch/>
        </p:blipFill>
        <p:spPr>
          <a:xfrm>
            <a:off x="4762440" y="1295280"/>
            <a:ext cx="2666520" cy="2666520"/>
          </a:xfrm>
          <a:prstGeom prst="rect">
            <a:avLst/>
          </a:prstGeom>
          <a:ln w="0">
            <a:noFill/>
          </a:ln>
        </p:spPr>
      </p:pic>
      <p:sp>
        <p:nvSpPr>
          <p:cNvPr id="265" name="PlaceHolder 1"/>
          <p:cNvSpPr>
            <a:spLocks noGrp="1"/>
          </p:cNvSpPr>
          <p:nvPr>
            <p:ph type="subTitle"/>
          </p:nvPr>
        </p:nvSpPr>
        <p:spPr>
          <a:xfrm>
            <a:off x="615240" y="5585760"/>
            <a:ext cx="10961280" cy="76788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36000" bIns="36000" anchor="ctr">
            <a:noAutofit/>
          </a:bodyPr>
          <a:p>
            <a:pPr algn="ctr">
              <a:lnSpc>
                <a:spcPct val="105000"/>
              </a:lnSpc>
              <a:spcBef>
                <a:spcPts val="601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bg-BG" sz="4000" spc="-1" strike="noStrike">
                <a:solidFill>
                  <a:srgbClr val="234465"/>
                </a:solidFill>
                <a:latin typeface="Calibri"/>
              </a:rPr>
              <a:t>Същност и полза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PlaceHolder 2"/>
          <p:cNvSpPr>
            <a:spLocks noGrp="1"/>
          </p:cNvSpPr>
          <p:nvPr>
            <p:ph type="title"/>
          </p:nvPr>
        </p:nvSpPr>
        <p:spPr>
          <a:xfrm>
            <a:off x="615240" y="4704840"/>
            <a:ext cx="10961280" cy="76788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36000" bIns="360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5390" spc="-1" strike="noStrike">
                <a:solidFill>
                  <a:srgbClr val="234465"/>
                </a:solidFill>
                <a:latin typeface="Calibri"/>
              </a:rPr>
              <a:t>JOIN</a:t>
            </a:r>
            <a:endParaRPr b="0" lang="en-US" sz="5390" spc="-1" strike="noStrike">
              <a:solidFill>
                <a:srgbClr val="234465"/>
              </a:solidFill>
              <a:latin typeface="Calibri"/>
            </a:endParaRPr>
          </a:p>
        </p:txBody>
      </p:sp>
    </p:spTree>
  </p:cSld>
  <mc:AlternateContent>
    <mc:Choice Requires="p14">
      <p:transition spd="slow" advTm="5000" p14:dur="2000"/>
    </mc:Choice>
    <mc:Fallback>
      <p:transition spd="slow" advTm="5000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7" name="Group 2"/>
          <p:cNvGrpSpPr/>
          <p:nvPr/>
        </p:nvGrpSpPr>
        <p:grpSpPr>
          <a:xfrm>
            <a:off x="8177760" y="4380840"/>
            <a:ext cx="648360" cy="1511280"/>
            <a:chOff x="8177760" y="4380840"/>
            <a:chExt cx="648360" cy="1511280"/>
          </a:xfrm>
        </p:grpSpPr>
        <p:sp>
          <p:nvSpPr>
            <p:cNvPr id="268" name="Line 3"/>
            <p:cNvSpPr/>
            <p:nvPr/>
          </p:nvSpPr>
          <p:spPr>
            <a:xfrm>
              <a:off x="8825760" y="4380840"/>
              <a:ext cx="360" cy="1511280"/>
            </a:xfrm>
            <a:prstGeom prst="line">
              <a:avLst/>
            </a:prstGeom>
            <a:ln w="31750">
              <a:solidFill>
                <a:srgbClr val="67748e">
                  <a:lumMod val="20000"/>
                  <a:lumOff val="80000"/>
                </a:srgbClr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bg-BG" sz="1800" spc="-1" strike="noStrike">
                <a:solidFill>
                  <a:srgbClr val="234465"/>
                </a:solidFill>
                <a:latin typeface="Calibri"/>
              </a:endParaRPr>
            </a:p>
          </p:txBody>
        </p:sp>
        <p:sp>
          <p:nvSpPr>
            <p:cNvPr id="269" name="Line 4"/>
            <p:cNvSpPr/>
            <p:nvPr/>
          </p:nvSpPr>
          <p:spPr>
            <a:xfrm flipH="1">
              <a:off x="8177760" y="5877720"/>
              <a:ext cx="648000" cy="360"/>
            </a:xfrm>
            <a:prstGeom prst="line">
              <a:avLst/>
            </a:prstGeom>
            <a:ln w="31750">
              <a:solidFill>
                <a:srgbClr val="67748e">
                  <a:lumMod val="20000"/>
                  <a:lumOff val="80000"/>
                </a:srgbClr>
              </a:solidFill>
              <a:round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t" anchorCtr="1">
              <a:noAutofit/>
            </a:bodyPr>
            <a:p>
              <a:endParaRPr b="0" lang="bg-BG" sz="1800" spc="-1" strike="noStrike">
                <a:solidFill>
                  <a:srgbClr val="234465"/>
                </a:solidFill>
                <a:latin typeface="Calibri"/>
              </a:endParaRPr>
            </a:p>
          </p:txBody>
        </p:sp>
      </p:grpSp>
      <p:grpSp>
        <p:nvGrpSpPr>
          <p:cNvPr id="270" name="Group 5"/>
          <p:cNvGrpSpPr/>
          <p:nvPr/>
        </p:nvGrpSpPr>
        <p:grpSpPr>
          <a:xfrm>
            <a:off x="2896920" y="4379400"/>
            <a:ext cx="849600" cy="1512720"/>
            <a:chOff x="2896920" y="4379400"/>
            <a:chExt cx="849600" cy="1512720"/>
          </a:xfrm>
        </p:grpSpPr>
        <p:sp>
          <p:nvSpPr>
            <p:cNvPr id="271" name="Line 6"/>
            <p:cNvSpPr/>
            <p:nvPr/>
          </p:nvSpPr>
          <p:spPr>
            <a:xfrm>
              <a:off x="2896920" y="4379400"/>
              <a:ext cx="360" cy="1512720"/>
            </a:xfrm>
            <a:prstGeom prst="line">
              <a:avLst/>
            </a:prstGeom>
            <a:ln w="31750">
              <a:solidFill>
                <a:srgbClr val="67748e">
                  <a:lumMod val="20000"/>
                  <a:lumOff val="80000"/>
                </a:srgbClr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bg-BG" sz="1800" spc="-1" strike="noStrike">
                <a:solidFill>
                  <a:srgbClr val="234465"/>
                </a:solidFill>
                <a:latin typeface="Calibri"/>
              </a:endParaRPr>
            </a:p>
          </p:txBody>
        </p:sp>
        <p:sp>
          <p:nvSpPr>
            <p:cNvPr id="272" name="Line 7"/>
            <p:cNvSpPr/>
            <p:nvPr/>
          </p:nvSpPr>
          <p:spPr>
            <a:xfrm>
              <a:off x="2896920" y="5877720"/>
              <a:ext cx="849600" cy="360"/>
            </a:xfrm>
            <a:prstGeom prst="line">
              <a:avLst/>
            </a:prstGeom>
            <a:ln w="31750">
              <a:solidFill>
                <a:srgbClr val="67748e">
                  <a:lumMod val="20000"/>
                  <a:lumOff val="80000"/>
                </a:srgbClr>
              </a:solidFill>
              <a:round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t" anchorCtr="1">
              <a:noAutofit/>
            </a:bodyPr>
            <a:p>
              <a:endParaRPr b="0" lang="bg-BG" sz="1800" spc="-1" strike="noStrike">
                <a:solidFill>
                  <a:srgbClr val="234465"/>
                </a:solidFill>
                <a:latin typeface="Calibri"/>
              </a:endParaRPr>
            </a:p>
          </p:txBody>
        </p:sp>
      </p:grpSp>
      <p:sp>
        <p:nvSpPr>
          <p:cNvPr id="273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36000" bIns="3600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1" lang="bg-BG" sz="4000" spc="-1" strike="noStrike">
                <a:solidFill>
                  <a:srgbClr val="ffffff"/>
                </a:solidFill>
                <a:latin typeface="Calibri"/>
              </a:rPr>
              <a:t>Данни от няколко таблици</a:t>
            </a:r>
            <a:endParaRPr b="0" lang="en-US" sz="40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274" name="PlaceHolder 2"/>
          <p:cNvSpPr>
            <a:spLocks noGrp="1"/>
          </p:cNvSpPr>
          <p:nvPr>
            <p:ph/>
          </p:nvPr>
        </p:nvSpPr>
        <p:spPr>
          <a:xfrm>
            <a:off x="190440" y="1151280"/>
            <a:ext cx="11807640" cy="556992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36000" bIns="36000" anchor="t">
            <a:noAutofit/>
          </a:bodyPr>
          <a:p>
            <a:pPr marL="360360" indent="-36036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234465"/>
              </a:buClr>
              <a:buFont typeface="Wingdings" charset="2"/>
              <a:buChar char=""/>
            </a:pPr>
            <a:r>
              <a:rPr b="0" lang="bg-BG" sz="3400" spc="-1" strike="noStrike">
                <a:solidFill>
                  <a:srgbClr val="234465"/>
                </a:solidFill>
                <a:latin typeface="Calibri"/>
              </a:rPr>
              <a:t>Понякога се нуждаем от данни от </a:t>
            </a:r>
            <a:r>
              <a:rPr b="1" lang="bg-BG" sz="3400" spc="-1" strike="noStrike">
                <a:solidFill>
                  <a:srgbClr val="bf7800"/>
                </a:solidFill>
                <a:latin typeface="Calibri"/>
              </a:rPr>
              <a:t>различни таблици</a:t>
            </a:r>
            <a:r>
              <a:rPr b="0" lang="en-US" sz="3400" spc="-1" strike="noStrike">
                <a:solidFill>
                  <a:srgbClr val="234465"/>
                </a:solidFill>
                <a:latin typeface="Calibri"/>
              </a:rPr>
              <a:t>:</a:t>
            </a: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graphicFrame>
        <p:nvGraphicFramePr>
          <p:cNvPr id="275" name="Group 10"/>
          <p:cNvGraphicFramePr/>
          <p:nvPr/>
        </p:nvGraphicFramePr>
        <p:xfrm>
          <a:off x="2056320" y="2585520"/>
          <a:ext cx="3633480" cy="2244240"/>
        </p:xfrm>
        <a:graphic>
          <a:graphicData uri="http://schemas.openxmlformats.org/drawingml/2006/table">
            <a:tbl>
              <a:tblPr/>
              <a:tblGrid>
                <a:gridCol w="1554840"/>
                <a:gridCol w="2078640"/>
              </a:tblGrid>
              <a:tr h="34272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95000"/>
                        </a:lnSpc>
                        <a:spcBef>
                          <a:spcPts val="961"/>
                        </a:spcBef>
                        <a:tabLst>
                          <a:tab algn="l" pos="0"/>
                        </a:tabLst>
                      </a:pPr>
                      <a:r>
                        <a:rPr b="1" lang="en-US" sz="24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LastName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95000"/>
                        </a:lnSpc>
                        <a:spcBef>
                          <a:spcPts val="961"/>
                        </a:spcBef>
                        <a:tabLst>
                          <a:tab algn="l" pos="0"/>
                        </a:tabLst>
                      </a:pPr>
                      <a:r>
                        <a:rPr b="1" lang="en-US" sz="24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DepartmentID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  <a:tr h="25848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879"/>
                        </a:spcBef>
                        <a:tabLst>
                          <a:tab algn="l" pos="0"/>
                        </a:tabLst>
                      </a:pPr>
                      <a:r>
                        <a:rPr b="0" lang="en-US" sz="22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Duffy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879"/>
                        </a:spcBef>
                        <a:tabLst>
                          <a:tab algn="l" pos="0"/>
                        </a:tabLst>
                      </a:pPr>
                      <a:r>
                        <a:rPr b="0" lang="bg-BG" sz="22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1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</a:tr>
              <a:tr h="34272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879"/>
                        </a:spcBef>
                        <a:tabLst>
                          <a:tab algn="l" pos="0"/>
                        </a:tabLst>
                      </a:pPr>
                      <a:r>
                        <a:rPr b="0" lang="en-US" sz="22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Abbas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879"/>
                        </a:spcBef>
                        <a:tabLst>
                          <a:tab algn="l" pos="0"/>
                        </a:tabLst>
                      </a:pPr>
                      <a:r>
                        <a:rPr b="0" lang="bg-BG" sz="22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3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</a:tr>
              <a:tr h="34272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879"/>
                        </a:spcBef>
                        <a:tabLst>
                          <a:tab algn="l" pos="0"/>
                        </a:tabLst>
                      </a:pPr>
                      <a:r>
                        <a:rPr b="0" lang="en-US" sz="22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Galvin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879"/>
                        </a:spcBef>
                        <a:tabLst>
                          <a:tab algn="l" pos="0"/>
                        </a:tabLst>
                      </a:pPr>
                      <a:r>
                        <a:rPr b="0" lang="bg-BG" sz="22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2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276" name="Group 29"/>
          <p:cNvGraphicFramePr/>
          <p:nvPr/>
        </p:nvGraphicFramePr>
        <p:xfrm>
          <a:off x="6102360" y="2585520"/>
          <a:ext cx="3779640" cy="2573280"/>
        </p:xfrm>
        <a:graphic>
          <a:graphicData uri="http://schemas.openxmlformats.org/drawingml/2006/table">
            <a:tbl>
              <a:tblPr/>
              <a:tblGrid>
                <a:gridCol w="2119680"/>
                <a:gridCol w="1659960"/>
              </a:tblGrid>
              <a:tr h="34272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95000"/>
                        </a:lnSpc>
                        <a:spcBef>
                          <a:spcPts val="961"/>
                        </a:spcBef>
                        <a:tabLst>
                          <a:tab algn="l" pos="0"/>
                        </a:tabLst>
                      </a:pPr>
                      <a:r>
                        <a:rPr b="1" lang="en-US" sz="24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ID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95000"/>
                        </a:lnSpc>
                        <a:spcBef>
                          <a:spcPts val="961"/>
                        </a:spcBef>
                        <a:tabLst>
                          <a:tab algn="l" pos="0"/>
                        </a:tabLst>
                      </a:pPr>
                      <a:r>
                        <a:rPr b="1" lang="en-US" sz="24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Name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  <a:tr h="34272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879"/>
                        </a:spcBef>
                        <a:tabLst>
                          <a:tab algn="l" pos="0"/>
                        </a:tabLst>
                      </a:pPr>
                      <a:r>
                        <a:rPr b="0" lang="bg-BG" sz="22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1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879"/>
                        </a:spcBef>
                        <a:tabLst>
                          <a:tab algn="l" pos="0"/>
                        </a:tabLst>
                      </a:pPr>
                      <a:r>
                        <a:rPr b="0" lang="en-US" sz="22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Engineering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</a:tr>
              <a:tr h="34272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879"/>
                        </a:spcBef>
                        <a:tabLst>
                          <a:tab algn="l" pos="0"/>
                        </a:tabLst>
                      </a:pPr>
                      <a:r>
                        <a:rPr b="0" lang="bg-BG" sz="22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2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879"/>
                        </a:spcBef>
                        <a:tabLst>
                          <a:tab algn="l" pos="0"/>
                        </a:tabLst>
                      </a:pPr>
                      <a:r>
                        <a:rPr b="0" lang="en-US" sz="22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Tool design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</a:tr>
              <a:tr h="34272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879"/>
                        </a:spcBef>
                        <a:tabLst>
                          <a:tab algn="l" pos="0"/>
                        </a:tabLst>
                      </a:pPr>
                      <a:r>
                        <a:rPr b="0" lang="bg-BG" sz="22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3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879"/>
                        </a:spcBef>
                        <a:tabLst>
                          <a:tab algn="l" pos="0"/>
                        </a:tabLst>
                      </a:pPr>
                      <a:r>
                        <a:rPr b="0" lang="en-US" sz="22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Sales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277" name="Group 48"/>
          <p:cNvGraphicFramePr/>
          <p:nvPr/>
        </p:nvGraphicFramePr>
        <p:xfrm>
          <a:off x="3821760" y="4825440"/>
          <a:ext cx="4286880" cy="2244240"/>
        </p:xfrm>
        <a:graphic>
          <a:graphicData uri="http://schemas.openxmlformats.org/drawingml/2006/table">
            <a:tbl>
              <a:tblPr/>
              <a:tblGrid>
                <a:gridCol w="1714680"/>
                <a:gridCol w="2572200"/>
              </a:tblGrid>
              <a:tr h="34272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95000"/>
                        </a:lnSpc>
                        <a:spcBef>
                          <a:spcPts val="961"/>
                        </a:spcBef>
                        <a:tabLst>
                          <a:tab algn="l" pos="0"/>
                        </a:tabLst>
                      </a:pPr>
                      <a:r>
                        <a:rPr b="1" lang="en-US" sz="24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LastName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95000"/>
                        </a:lnSpc>
                        <a:spcBef>
                          <a:spcPts val="961"/>
                        </a:spcBef>
                        <a:tabLst>
                          <a:tab algn="l" pos="0"/>
                        </a:tabLst>
                      </a:pPr>
                      <a:r>
                        <a:rPr b="1" lang="en-US" sz="24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DepartmentName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  <a:tr h="34272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879"/>
                        </a:spcBef>
                        <a:tabLst>
                          <a:tab algn="l" pos="0"/>
                        </a:tabLst>
                      </a:pPr>
                      <a:r>
                        <a:rPr b="0" lang="en-US" sz="22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Duffy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879"/>
                        </a:spcBef>
                        <a:tabLst>
                          <a:tab algn="l" pos="0"/>
                        </a:tabLst>
                      </a:pPr>
                      <a:r>
                        <a:rPr b="0" lang="en-US" sz="22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Engineering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</a:tr>
              <a:tr h="34272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879"/>
                        </a:spcBef>
                        <a:tabLst>
                          <a:tab algn="l" pos="0"/>
                        </a:tabLst>
                      </a:pPr>
                      <a:r>
                        <a:rPr b="0" lang="en-US" sz="22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Galvin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879"/>
                        </a:spcBef>
                        <a:tabLst>
                          <a:tab algn="l" pos="0"/>
                        </a:tabLst>
                      </a:pPr>
                      <a:r>
                        <a:rPr b="0" lang="en-US" sz="22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Tool design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</a:tr>
              <a:tr h="34272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879"/>
                        </a:spcBef>
                        <a:tabLst>
                          <a:tab algn="l" pos="0"/>
                        </a:tabLst>
                      </a:pPr>
                      <a:r>
                        <a:rPr b="0" lang="en-US" sz="22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Abbas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879"/>
                        </a:spcBef>
                        <a:tabLst>
                          <a:tab algn="l" pos="0"/>
                        </a:tabLst>
                      </a:pPr>
                      <a:r>
                        <a:rPr b="0" lang="en-US" sz="22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Sales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78" name="PlaceHolder 3"/>
          <p:cNvSpPr>
            <a:spLocks noGrp="1"/>
          </p:cNvSpPr>
          <p:nvPr>
            <p:ph type="sldNum" idx="7"/>
          </p:nvPr>
        </p:nvSpPr>
        <p:spPr>
          <a:xfrm>
            <a:off x="11752920" y="6507000"/>
            <a:ext cx="367200" cy="2966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000" spc="-1" strike="noStrike">
                <a:solidFill>
                  <a:srgbClr val="234465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E30FECE3-9A9D-4A54-9BA7-8DA2166E797A}" type="slidenum">
              <a:rPr b="0" lang="en-US" sz="1000" spc="-1" strike="noStrike">
                <a:solidFill>
                  <a:srgbClr val="234465"/>
                </a:solidFill>
                <a:latin typeface="Calibri"/>
              </a:rPr>
              <a:t>1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9" name="TextBox 3"/>
          <p:cNvSpPr/>
          <p:nvPr/>
        </p:nvSpPr>
        <p:spPr>
          <a:xfrm>
            <a:off x="2840040" y="1899000"/>
            <a:ext cx="1933560" cy="61776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144000" rIns="144000" tIns="108000" bIns="108000" anchor="t">
            <a:spAutoFit/>
          </a:bodyPr>
          <a:p>
            <a:pPr>
              <a:lnSpc>
                <a:spcPct val="110000"/>
              </a:lnSpc>
            </a:pPr>
            <a:r>
              <a:rPr b="1" lang="en-US" sz="2400" spc="-1" strike="noStrike">
                <a:solidFill>
                  <a:srgbClr val="234465"/>
                </a:solidFill>
                <a:latin typeface="Consolas"/>
              </a:rPr>
              <a:t>Employees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" name="TextBox 5"/>
          <p:cNvSpPr/>
          <p:nvPr/>
        </p:nvSpPr>
        <p:spPr>
          <a:xfrm>
            <a:off x="6842520" y="1920240"/>
            <a:ext cx="2299320" cy="61776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144000" rIns="144000" tIns="108000" bIns="108000" anchor="t">
            <a:spAutoFit/>
          </a:bodyPr>
          <a:p>
            <a:pPr>
              <a:lnSpc>
                <a:spcPct val="110000"/>
              </a:lnSpc>
            </a:pPr>
            <a:r>
              <a:rPr b="1" lang="en-US" sz="2400" spc="-1" strike="noStrike">
                <a:solidFill>
                  <a:srgbClr val="234465"/>
                </a:solidFill>
                <a:latin typeface="Consolas"/>
              </a:rPr>
              <a:t>Departments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3" dur="indefinite" restart="never" nodeType="tmRoot">
          <p:childTnLst>
            <p:seq>
              <p:cTn id="24" dur="indefinite" nodeType="mainSeq">
                <p:childTnLst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PlaceHolder 1"/>
          <p:cNvSpPr>
            <a:spLocks noGrp="1"/>
          </p:cNvSpPr>
          <p:nvPr>
            <p:ph/>
          </p:nvPr>
        </p:nvSpPr>
        <p:spPr>
          <a:xfrm>
            <a:off x="190440" y="1196280"/>
            <a:ext cx="11010960" cy="552852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36000" bIns="36000" anchor="t">
            <a:noAutofit/>
          </a:bodyPr>
          <a:p>
            <a:pPr marL="360360" indent="-360360">
              <a:lnSpc>
                <a:spcPct val="105000"/>
              </a:lnSpc>
              <a:spcBef>
                <a:spcPts val="601"/>
              </a:spcBef>
              <a:spcAft>
                <a:spcPts val="601"/>
              </a:spcAft>
              <a:buClr>
                <a:srgbClr val="224464"/>
              </a:buClr>
              <a:buFont typeface="Wingdings" charset="2"/>
              <a:buChar char=""/>
            </a:pPr>
            <a:r>
              <a:rPr b="1" lang="ru-RU" sz="3400" spc="-1" strike="noStrike">
                <a:solidFill>
                  <a:srgbClr val="bf7800"/>
                </a:solidFill>
                <a:latin typeface="Calibri"/>
              </a:rPr>
              <a:t>JOIN</a:t>
            </a:r>
            <a:r>
              <a:rPr b="0" lang="ru-RU" sz="3400" spc="-1" strike="noStrike">
                <a:solidFill>
                  <a:srgbClr val="234465"/>
                </a:solidFill>
                <a:latin typeface="Calibri"/>
              </a:rPr>
              <a:t> е операция, която се използва за </a:t>
            </a:r>
            <a:r>
              <a:rPr b="1" lang="ru-RU" sz="3400" spc="-1" strike="noStrike">
                <a:solidFill>
                  <a:srgbClr val="bf7800"/>
                </a:solidFill>
                <a:latin typeface="Calibri"/>
              </a:rPr>
              <a:t>комбиниране</a:t>
            </a:r>
            <a:r>
              <a:rPr b="0" lang="ru-RU" sz="3400" spc="-1" strike="noStrike">
                <a:solidFill>
                  <a:srgbClr val="234465"/>
                </a:solidFill>
                <a:latin typeface="Calibri"/>
              </a:rPr>
              <a:t> на редове от </a:t>
            </a:r>
            <a:r>
              <a:rPr b="1" lang="ru-RU" sz="3400" spc="-1" strike="noStrike">
                <a:solidFill>
                  <a:srgbClr val="bf7800"/>
                </a:solidFill>
                <a:latin typeface="Calibri"/>
              </a:rPr>
              <a:t>две или повече таблиц</a:t>
            </a:r>
            <a:r>
              <a:rPr b="1" lang="bg-BG" sz="3400" spc="-1" strike="noStrike">
                <a:solidFill>
                  <a:srgbClr val="bf7800"/>
                </a:solidFill>
                <a:latin typeface="Calibri"/>
              </a:rPr>
              <a:t>и</a:t>
            </a:r>
            <a:r>
              <a:rPr b="0" lang="ru-RU" sz="3400" spc="-1" strike="noStrike">
                <a:solidFill>
                  <a:srgbClr val="234465"/>
                </a:solidFill>
                <a:latin typeface="Calibri"/>
              </a:rPr>
              <a:t> </a:t>
            </a:r>
            <a:r>
              <a:rPr b="0" lang="bg-BG" sz="3400" spc="-1" strike="noStrike">
                <a:solidFill>
                  <a:srgbClr val="234465"/>
                </a:solidFill>
                <a:latin typeface="Calibri"/>
              </a:rPr>
              <a:t>с цел:</a:t>
            </a: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  <a:p>
            <a:pPr lvl="1" marL="803160" indent="-360360">
              <a:lnSpc>
                <a:spcPct val="105000"/>
              </a:lnSpc>
              <a:spcBef>
                <a:spcPts val="601"/>
              </a:spcBef>
              <a:spcAft>
                <a:spcPts val="601"/>
              </a:spcAft>
              <a:buClr>
                <a:srgbClr val="234465"/>
              </a:buClr>
              <a:buFont typeface="Wingdings" charset="2"/>
              <a:buChar char=""/>
            </a:pPr>
            <a:r>
              <a:rPr b="0" lang="ru-RU" sz="3200" spc="-1" strike="noStrike">
                <a:solidFill>
                  <a:srgbClr val="234465"/>
                </a:solidFill>
                <a:latin typeface="Calibri"/>
              </a:rPr>
              <a:t>Обединение в </a:t>
            </a:r>
            <a:r>
              <a:rPr b="1" lang="ru-RU" sz="3200" spc="-1" strike="noStrike">
                <a:solidFill>
                  <a:srgbClr val="bf7800"/>
                </a:solidFill>
                <a:latin typeface="Calibri"/>
              </a:rPr>
              <a:t>единичен</a:t>
            </a:r>
            <a:r>
              <a:rPr b="0" lang="ru-RU" sz="3200" spc="-1" strike="noStrike">
                <a:solidFill>
                  <a:srgbClr val="234465"/>
                </a:solidFill>
                <a:latin typeface="Calibri"/>
              </a:rPr>
              <a:t> резултат</a:t>
            </a:r>
            <a:endParaRPr b="0" lang="en-US" sz="3200" spc="-1" strike="noStrike">
              <a:solidFill>
                <a:srgbClr val="234465"/>
              </a:solidFill>
              <a:latin typeface="Calibri"/>
            </a:endParaRPr>
          </a:p>
          <a:p>
            <a:pPr lvl="1" marL="803160" indent="-360360">
              <a:lnSpc>
                <a:spcPct val="105000"/>
              </a:lnSpc>
              <a:spcBef>
                <a:spcPts val="601"/>
              </a:spcBef>
              <a:spcAft>
                <a:spcPts val="601"/>
              </a:spcAft>
              <a:buClr>
                <a:srgbClr val="234465"/>
              </a:buClr>
              <a:buFont typeface="Wingdings" charset="2"/>
              <a:buChar char=""/>
            </a:pPr>
            <a:r>
              <a:rPr b="0" lang="ru-RU" sz="3200" spc="-1" strike="noStrike">
                <a:solidFill>
                  <a:srgbClr val="234465"/>
                </a:solidFill>
                <a:latin typeface="Calibri"/>
              </a:rPr>
              <a:t>Възможност за </a:t>
            </a:r>
            <a:r>
              <a:rPr b="1" lang="ru-RU" sz="3200" spc="-1" strike="noStrike">
                <a:solidFill>
                  <a:srgbClr val="bf7800"/>
                </a:solidFill>
                <a:latin typeface="Calibri"/>
              </a:rPr>
              <a:t>анализ на сложни връзки </a:t>
            </a:r>
            <a:r>
              <a:rPr b="0" lang="ru-RU" sz="3200" spc="-1" strike="noStrike">
                <a:solidFill>
                  <a:srgbClr val="234465"/>
                </a:solidFill>
                <a:latin typeface="Calibri"/>
              </a:rPr>
              <a:t>между данните</a:t>
            </a:r>
            <a:endParaRPr b="0" lang="en-US" sz="3200" spc="-1" strike="noStrike">
              <a:solidFill>
                <a:srgbClr val="234465"/>
              </a:solidFill>
              <a:latin typeface="Calibri"/>
            </a:endParaRPr>
          </a:p>
          <a:p>
            <a:pPr lvl="1" marL="803160" indent="-360360">
              <a:lnSpc>
                <a:spcPct val="105000"/>
              </a:lnSpc>
              <a:spcBef>
                <a:spcPts val="601"/>
              </a:spcBef>
              <a:spcAft>
                <a:spcPts val="601"/>
              </a:spcAft>
              <a:buClr>
                <a:srgbClr val="234465"/>
              </a:buClr>
              <a:buFont typeface="Wingdings" charset="2"/>
              <a:buChar char=""/>
            </a:pPr>
            <a:r>
              <a:rPr b="0" lang="ru-RU" sz="3200" spc="-1" strike="noStrike">
                <a:solidFill>
                  <a:srgbClr val="234465"/>
                </a:solidFill>
                <a:latin typeface="Calibri"/>
              </a:rPr>
              <a:t>Подобряване на </a:t>
            </a:r>
            <a:r>
              <a:rPr b="1" lang="ru-RU" sz="3200" spc="-1" strike="noStrike">
                <a:solidFill>
                  <a:srgbClr val="bf7800"/>
                </a:solidFill>
                <a:latin typeface="Calibri"/>
              </a:rPr>
              <a:t>ефективността</a:t>
            </a:r>
            <a:r>
              <a:rPr b="1" lang="ru-RU" sz="3200" spc="-1" strike="noStrike">
                <a:solidFill>
                  <a:srgbClr val="ffb840"/>
                </a:solidFill>
                <a:latin typeface="Calibri"/>
              </a:rPr>
              <a:t> </a:t>
            </a:r>
            <a:r>
              <a:rPr b="1" lang="ru-RU" sz="3200" spc="-1" strike="noStrike">
                <a:solidFill>
                  <a:srgbClr val="bf7800"/>
                </a:solidFill>
                <a:latin typeface="Calibri"/>
              </a:rPr>
              <a:t>на заявките</a:t>
            </a:r>
            <a:endParaRPr b="0" lang="en-US" sz="32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282" name="PlaceHolder 2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36000" bIns="3600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1" lang="en-US" sz="4000" spc="-1" strike="noStrike">
                <a:solidFill>
                  <a:srgbClr val="ffffff"/>
                </a:solidFill>
                <a:latin typeface="Calibri"/>
              </a:rPr>
              <a:t>SQL Join</a:t>
            </a:r>
            <a:endParaRPr b="0" lang="en-US" sz="4000" spc="-1" strike="noStrike">
              <a:solidFill>
                <a:srgbClr val="234465"/>
              </a:solidFill>
              <a:latin typeface="Calibri"/>
            </a:endParaRPr>
          </a:p>
        </p:txBody>
      </p:sp>
      <p:pic>
        <p:nvPicPr>
          <p:cNvPr id="283" name="Picture 2" descr="Combine, concatenation, join, merge, table icon - Download on Iconfinder"/>
          <p:cNvPicPr/>
          <p:nvPr/>
        </p:nvPicPr>
        <p:blipFill>
          <a:blip r:embed="rId1"/>
          <a:stretch/>
        </p:blipFill>
        <p:spPr>
          <a:xfrm>
            <a:off x="9982800" y="2819880"/>
            <a:ext cx="2209320" cy="2209320"/>
          </a:xfrm>
          <a:prstGeom prst="rect">
            <a:avLst/>
          </a:prstGeom>
          <a:ln w="0">
            <a:noFill/>
          </a:ln>
        </p:spPr>
      </p:pic>
      <p:sp>
        <p:nvSpPr>
          <p:cNvPr id="284" name="PlaceHolder 3"/>
          <p:cNvSpPr>
            <a:spLocks noGrp="1"/>
          </p:cNvSpPr>
          <p:nvPr>
            <p:ph type="sldNum" idx="8"/>
          </p:nvPr>
        </p:nvSpPr>
        <p:spPr>
          <a:xfrm>
            <a:off x="11752920" y="6507000"/>
            <a:ext cx="367200" cy="2966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000" spc="-1" strike="noStrike">
                <a:solidFill>
                  <a:srgbClr val="234465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04684D2-6D8A-4747-A32B-EA2E448CE48F}" type="slidenum">
              <a:rPr b="0" lang="en-US" sz="1000" spc="-1" strike="noStrike">
                <a:solidFill>
                  <a:srgbClr val="234465"/>
                </a:solidFill>
                <a:latin typeface="Calibri"/>
              </a:rPr>
              <a:t>1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advTm="5000" p14:dur="2000"/>
    </mc:Choice>
    <mc:Fallback>
      <p:transition spd="slow" advTm="5000"/>
    </mc:Fallback>
  </mc:AlternateContent>
  <p:timing>
    <p:tnLst>
      <p:par>
        <p:cTn id="33" dur="indefinite" restart="never" nodeType="tmRoot">
          <p:childTnLst>
            <p:seq>
              <p:cTn id="34" dur="indefinite" nodeType="mainSeq">
                <p:childTnLst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36000" bIns="3600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1" lang="en-US" sz="4000" spc="-1" strike="noStrike">
                <a:solidFill>
                  <a:srgbClr val="ffffff"/>
                </a:solidFill>
                <a:latin typeface="Calibri"/>
              </a:rPr>
              <a:t>SQL Join – </a:t>
            </a:r>
            <a:r>
              <a:rPr b="1" lang="bg-BG" sz="4000" spc="-1" strike="noStrike">
                <a:solidFill>
                  <a:srgbClr val="ffffff"/>
                </a:solidFill>
                <a:latin typeface="Calibri"/>
              </a:rPr>
              <a:t>Пример (1)</a:t>
            </a:r>
            <a:endParaRPr b="0" lang="en-US" sz="40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286" name="Rectangle 4"/>
          <p:cNvSpPr/>
          <p:nvPr/>
        </p:nvSpPr>
        <p:spPr>
          <a:xfrm>
            <a:off x="1338480" y="1899000"/>
            <a:ext cx="9514800" cy="2830680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rgbClr val="67748e">
                <a:lumMod val="60000"/>
                <a:lumOff val="4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3000" spc="-1" strike="noStrike">
                <a:solidFill>
                  <a:srgbClr val="bf7800"/>
                </a:solidFill>
                <a:latin typeface="Consolas"/>
              </a:rPr>
              <a:t>SELECT Employees</a:t>
            </a:r>
            <a:r>
              <a:rPr b="1" lang="en-US" sz="3000" spc="-1" strike="noStrike">
                <a:solidFill>
                  <a:srgbClr val="234465"/>
                </a:solidFill>
                <a:latin typeface="Consolas"/>
              </a:rPr>
              <a:t>.LastName, </a:t>
            </a:r>
            <a:r>
              <a:rPr b="1" lang="en-US" sz="3000" spc="-1" strike="noStrike">
                <a:solidFill>
                  <a:srgbClr val="bf7800"/>
                </a:solidFill>
                <a:latin typeface="Consolas"/>
              </a:rPr>
              <a:t>Departments</a:t>
            </a:r>
            <a:r>
              <a:rPr b="1" lang="en-US" sz="3000" spc="-1" strike="noStrike">
                <a:solidFill>
                  <a:srgbClr val="234465"/>
                </a:solidFill>
                <a:latin typeface="Consolas"/>
              </a:rPr>
              <a:t>.Name AS DepartmentName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3000" spc="-1" strike="noStrike">
                <a:solidFill>
                  <a:srgbClr val="bf7800"/>
                </a:solidFill>
                <a:latin typeface="Consolas"/>
              </a:rPr>
              <a:t>FROM </a:t>
            </a:r>
            <a:r>
              <a:rPr b="1" lang="en-US" sz="3000" spc="-1" strike="noStrike">
                <a:solidFill>
                  <a:srgbClr val="234465"/>
                </a:solidFill>
                <a:latin typeface="Consolas"/>
              </a:rPr>
              <a:t>Employees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3000" spc="-1" strike="noStrike">
                <a:solidFill>
                  <a:srgbClr val="bf7800"/>
                </a:solidFill>
                <a:latin typeface="Consolas"/>
              </a:rPr>
              <a:t>JOIN</a:t>
            </a:r>
            <a:r>
              <a:rPr b="1" lang="en-US" sz="3000" spc="-1" strike="noStrike">
                <a:solidFill>
                  <a:srgbClr val="234465"/>
                </a:solidFill>
                <a:latin typeface="Consolas"/>
              </a:rPr>
              <a:t> Departments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3000" spc="-1" strike="noStrike">
                <a:solidFill>
                  <a:srgbClr val="bf7800"/>
                </a:solidFill>
                <a:latin typeface="Consolas"/>
              </a:rPr>
              <a:t>ON</a:t>
            </a:r>
            <a:r>
              <a:rPr b="1" lang="en-US" sz="3000" spc="-1" strike="noStrike">
                <a:solidFill>
                  <a:srgbClr val="234465"/>
                </a:solidFill>
                <a:latin typeface="Consolas"/>
              </a:rPr>
              <a:t> </a:t>
            </a:r>
            <a:r>
              <a:rPr b="1" lang="en-US" sz="3000" spc="-1" strike="noStrike">
                <a:solidFill>
                  <a:srgbClr val="bf7800"/>
                </a:solidFill>
                <a:latin typeface="Consolas"/>
              </a:rPr>
              <a:t>Employees</a:t>
            </a:r>
            <a:r>
              <a:rPr b="1" lang="en-US" sz="3000" spc="-1" strike="noStrike">
                <a:solidFill>
                  <a:srgbClr val="234465"/>
                </a:solidFill>
                <a:latin typeface="Consolas"/>
              </a:rPr>
              <a:t>.DepartmentId = </a:t>
            </a:r>
            <a:r>
              <a:rPr b="1" lang="en-US" sz="3000" spc="-1" strike="noStrike">
                <a:solidFill>
                  <a:srgbClr val="bf7800"/>
                </a:solidFill>
                <a:latin typeface="Consolas"/>
              </a:rPr>
              <a:t>Departments</a:t>
            </a:r>
            <a:r>
              <a:rPr b="1" lang="en-US" sz="3000" spc="-1" strike="noStrike">
                <a:solidFill>
                  <a:srgbClr val="234465"/>
                </a:solidFill>
                <a:latin typeface="Consolas"/>
              </a:rPr>
              <a:t>.Id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7" name="AutoShape 7"/>
          <p:cNvSpPr/>
          <p:nvPr/>
        </p:nvSpPr>
        <p:spPr>
          <a:xfrm>
            <a:off x="5867280" y="4572000"/>
            <a:ext cx="2209320" cy="926640"/>
          </a:xfrm>
          <a:prstGeom prst="wedgeRoundRectCallout">
            <a:avLst>
              <a:gd name="adj1" fmla="val -46214"/>
              <a:gd name="adj2" fmla="val -84558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rgbClr val="234465">
                <a:lumMod val="75000"/>
                <a:alpha val="80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/>
        </p:style>
        <p:txBody>
          <a:bodyPr numCol="1" spcCol="0" horzOverflow="overflow" vertOverflow="overflow" anchor="ctr">
            <a:noAutofit/>
          </a:bodyPr>
          <a:p>
            <a:pPr algn="ctr">
              <a:lnSpc>
                <a:spcPct val="100000"/>
              </a:lnSpc>
            </a:pPr>
            <a:r>
              <a:rPr b="1" lang="bg-BG" sz="2400" spc="-1" strike="noStrike">
                <a:solidFill>
                  <a:srgbClr val="ffffff"/>
                </a:solidFill>
                <a:latin typeface="Calibri"/>
              </a:rPr>
              <a:t>Условие за свързване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8" name="PlaceHolder 2"/>
          <p:cNvSpPr>
            <a:spLocks noGrp="1"/>
          </p:cNvSpPr>
          <p:nvPr>
            <p:ph type="sldNum" idx="9"/>
          </p:nvPr>
        </p:nvSpPr>
        <p:spPr>
          <a:xfrm>
            <a:off x="11752920" y="6507000"/>
            <a:ext cx="367200" cy="2966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000" spc="-1" strike="noStrike">
                <a:solidFill>
                  <a:srgbClr val="234465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5AC7A97-48AF-43CE-B71C-AB0E128D4681}" type="slidenum">
              <a:rPr b="0" lang="en-US" sz="1000" spc="-1" strike="noStrike">
                <a:solidFill>
                  <a:srgbClr val="234465"/>
                </a:solidFill>
                <a:latin typeface="Calibri"/>
              </a:rPr>
              <a:t>1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advTm="5000" p14:dur="2000"/>
    </mc:Choice>
    <mc:Fallback>
      <p:transition spd="slow" advTm="5000"/>
    </mc:Fallback>
  </mc:AlternateContent>
  <p:timing>
    <p:tnLst>
      <p:par>
        <p:cTn id="47" dur="indefinite" restart="never" nodeType="tmRoot">
          <p:childTnLst>
            <p:seq>
              <p:cTn id="48" dur="indefinite" nodeType="mainSeq">
                <p:childTnLst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PlaceHolder 1"/>
          <p:cNvSpPr>
            <a:spLocks noGrp="1"/>
          </p:cNvSpPr>
          <p:nvPr>
            <p:ph type="sldNum" idx="10"/>
          </p:nvPr>
        </p:nvSpPr>
        <p:spPr>
          <a:xfrm>
            <a:off x="11752920" y="6507000"/>
            <a:ext cx="367200" cy="2966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000" spc="-1" strike="noStrike">
                <a:solidFill>
                  <a:srgbClr val="234465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B4B93EE-E186-4395-839B-C628EE871DBA}" type="slidenum">
              <a:rPr b="0" lang="en-US" sz="1000" spc="-1" strike="noStrike">
                <a:solidFill>
                  <a:srgbClr val="234465"/>
                </a:solidFill>
                <a:latin typeface="Calibri"/>
              </a:rPr>
              <a:t>1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0" name="PlaceHolder 2"/>
          <p:cNvSpPr>
            <a:spLocks noGrp="1"/>
          </p:cNvSpPr>
          <p:nvPr>
            <p:ph/>
          </p:nvPr>
        </p:nvSpPr>
        <p:spPr>
          <a:xfrm>
            <a:off x="190440" y="1196280"/>
            <a:ext cx="11817720" cy="552852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36000" bIns="36000" anchor="t">
            <a:noAutofit/>
          </a:bodyPr>
          <a:p>
            <a:pPr marL="360360" indent="-360360">
              <a:lnSpc>
                <a:spcPct val="105000"/>
              </a:lnSpc>
              <a:spcBef>
                <a:spcPts val="601"/>
              </a:spcBef>
              <a:spcAft>
                <a:spcPts val="601"/>
              </a:spcAft>
              <a:buClr>
                <a:srgbClr val="234465"/>
              </a:buClr>
              <a:buFont typeface="Wingdings" charset="2"/>
              <a:buChar char=""/>
            </a:pPr>
            <a:r>
              <a:rPr b="0" lang="bg-BG" sz="3400" spc="-1" strike="noStrike">
                <a:solidFill>
                  <a:srgbClr val="234465"/>
                </a:solidFill>
                <a:latin typeface="Calibri"/>
              </a:rPr>
              <a:t>При този тип заявки често се използват </a:t>
            </a:r>
            <a:r>
              <a:rPr b="1" lang="bg-BG" sz="3400" spc="-1" strike="noStrike">
                <a:solidFill>
                  <a:srgbClr val="bf7800"/>
                </a:solidFill>
                <a:latin typeface="Calibri"/>
              </a:rPr>
              <a:t>съкратени имена </a:t>
            </a:r>
            <a:r>
              <a:rPr b="0" lang="bg-BG" sz="3400" spc="-1" strike="noStrike">
                <a:solidFill>
                  <a:srgbClr val="234465"/>
                </a:solidFill>
                <a:latin typeface="Calibri"/>
              </a:rPr>
              <a:t>на таблиците:</a:t>
            </a: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291" name="PlaceHolder 3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36000" bIns="3600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1" lang="en-US" sz="4000" spc="-1" strike="noStrike">
                <a:solidFill>
                  <a:srgbClr val="ffffff"/>
                </a:solidFill>
                <a:latin typeface="Calibri"/>
              </a:rPr>
              <a:t>SQL Join – </a:t>
            </a:r>
            <a:r>
              <a:rPr b="1" lang="bg-BG" sz="4000" spc="-1" strike="noStrike">
                <a:solidFill>
                  <a:srgbClr val="ffffff"/>
                </a:solidFill>
                <a:latin typeface="Calibri"/>
              </a:rPr>
              <a:t>Пример (2)</a:t>
            </a:r>
            <a:endParaRPr b="0" lang="en-US" sz="40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292" name="Rectangle 4"/>
          <p:cNvSpPr/>
          <p:nvPr/>
        </p:nvSpPr>
        <p:spPr>
          <a:xfrm>
            <a:off x="1980720" y="2934000"/>
            <a:ext cx="8230320" cy="2373840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rgbClr val="67748e">
                <a:lumMod val="60000"/>
                <a:lumOff val="4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3000" spc="-1" strike="noStrike">
                <a:solidFill>
                  <a:srgbClr val="bf7800"/>
                </a:solidFill>
                <a:latin typeface="Consolas"/>
              </a:rPr>
              <a:t>SELECT e</a:t>
            </a:r>
            <a:r>
              <a:rPr b="1" lang="en-US" sz="3000" spc="-1" strike="noStrike">
                <a:solidFill>
                  <a:srgbClr val="234465"/>
                </a:solidFill>
                <a:latin typeface="Consolas"/>
              </a:rPr>
              <a:t>.LastName, </a:t>
            </a:r>
            <a:r>
              <a:rPr b="1" lang="en-US" sz="3000" spc="-1" strike="noStrike">
                <a:solidFill>
                  <a:srgbClr val="bf7800"/>
                </a:solidFill>
                <a:latin typeface="Consolas"/>
              </a:rPr>
              <a:t>d</a:t>
            </a:r>
            <a:r>
              <a:rPr b="1" lang="en-US" sz="3000" spc="-1" strike="noStrike">
                <a:solidFill>
                  <a:srgbClr val="234465"/>
                </a:solidFill>
                <a:latin typeface="Consolas"/>
              </a:rPr>
              <a:t>.Name AS DepartmentName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3000" spc="-1" strike="noStrike">
                <a:solidFill>
                  <a:srgbClr val="bf7800"/>
                </a:solidFill>
                <a:latin typeface="Consolas"/>
              </a:rPr>
              <a:t>FROM </a:t>
            </a:r>
            <a:r>
              <a:rPr b="1" lang="en-US" sz="3000" spc="-1" strike="noStrike">
                <a:solidFill>
                  <a:srgbClr val="234465"/>
                </a:solidFill>
                <a:latin typeface="Consolas"/>
              </a:rPr>
              <a:t>Employees AS </a:t>
            </a:r>
            <a:r>
              <a:rPr b="1" lang="en-US" sz="3000" spc="-1" strike="noStrike">
                <a:solidFill>
                  <a:srgbClr val="bf7800"/>
                </a:solidFill>
                <a:latin typeface="Consolas"/>
              </a:rPr>
              <a:t>e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3000" spc="-1" strike="noStrike">
                <a:solidFill>
                  <a:srgbClr val="bf7800"/>
                </a:solidFill>
                <a:latin typeface="Consolas"/>
              </a:rPr>
              <a:t>JOIN</a:t>
            </a:r>
            <a:r>
              <a:rPr b="1" lang="en-US" sz="3000" spc="-1" strike="noStrike">
                <a:solidFill>
                  <a:srgbClr val="234465"/>
                </a:solidFill>
                <a:latin typeface="Consolas"/>
              </a:rPr>
              <a:t> Departments AS </a:t>
            </a:r>
            <a:r>
              <a:rPr b="1" lang="en-US" sz="3000" spc="-1" strike="noStrike">
                <a:solidFill>
                  <a:srgbClr val="bf7800"/>
                </a:solidFill>
                <a:latin typeface="Consolas"/>
              </a:rPr>
              <a:t>d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3000" spc="-1" strike="noStrike">
                <a:solidFill>
                  <a:srgbClr val="bf7800"/>
                </a:solidFill>
                <a:latin typeface="Consolas"/>
              </a:rPr>
              <a:t>ON</a:t>
            </a:r>
            <a:r>
              <a:rPr b="1" lang="en-US" sz="3000" spc="-1" strike="noStrike">
                <a:solidFill>
                  <a:srgbClr val="234465"/>
                </a:solidFill>
                <a:latin typeface="Consolas"/>
              </a:rPr>
              <a:t> </a:t>
            </a:r>
            <a:r>
              <a:rPr b="1" lang="en-US" sz="3000" spc="-1" strike="noStrike">
                <a:solidFill>
                  <a:srgbClr val="bf7800"/>
                </a:solidFill>
                <a:latin typeface="Consolas"/>
              </a:rPr>
              <a:t>e</a:t>
            </a:r>
            <a:r>
              <a:rPr b="1" lang="en-US" sz="3000" spc="-1" strike="noStrike">
                <a:solidFill>
                  <a:srgbClr val="234465"/>
                </a:solidFill>
                <a:latin typeface="Consolas"/>
              </a:rPr>
              <a:t>.DepartmentId = </a:t>
            </a:r>
            <a:r>
              <a:rPr b="1" lang="en-US" sz="3000" spc="-1" strike="noStrike">
                <a:solidFill>
                  <a:srgbClr val="bf7800"/>
                </a:solidFill>
                <a:latin typeface="Consolas"/>
              </a:rPr>
              <a:t>d</a:t>
            </a:r>
            <a:r>
              <a:rPr b="1" lang="en-US" sz="3000" spc="-1" strike="noStrike">
                <a:solidFill>
                  <a:srgbClr val="234465"/>
                </a:solidFill>
                <a:latin typeface="Consolas"/>
              </a:rPr>
              <a:t>.Id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advTm="5000" p14:dur="2000"/>
    </mc:Choice>
    <mc:Fallback>
      <p:transition spd="slow" advTm="5000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36000" bIns="3600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1" lang="bg-BG" sz="4000" spc="-1" strike="noStrike">
                <a:solidFill>
                  <a:srgbClr val="ffffff"/>
                </a:solidFill>
                <a:latin typeface="Calibri"/>
              </a:rPr>
              <a:t>Декартово произведение </a:t>
            </a:r>
            <a:r>
              <a:rPr b="1" lang="en-US" sz="4000" spc="-1" strike="noStrike">
                <a:solidFill>
                  <a:srgbClr val="ffffff"/>
                </a:solidFill>
                <a:latin typeface="Calibri"/>
              </a:rPr>
              <a:t>(</a:t>
            </a:r>
            <a:r>
              <a:rPr b="1" lang="bg-BG" sz="4000" spc="-1" strike="noStrike">
                <a:solidFill>
                  <a:srgbClr val="ffffff"/>
                </a:solidFill>
                <a:latin typeface="Calibri"/>
              </a:rPr>
              <a:t>1</a:t>
            </a:r>
            <a:r>
              <a:rPr b="1" lang="en-US" sz="4000" spc="-1" strike="noStrike">
                <a:solidFill>
                  <a:srgbClr val="ffffff"/>
                </a:solidFill>
                <a:latin typeface="Calibri"/>
              </a:rPr>
              <a:t>)</a:t>
            </a:r>
            <a:endParaRPr b="0" lang="en-US" sz="40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294" name="PlaceHolder 2"/>
          <p:cNvSpPr>
            <a:spLocks noGrp="1"/>
          </p:cNvSpPr>
          <p:nvPr>
            <p:ph/>
          </p:nvPr>
        </p:nvSpPr>
        <p:spPr>
          <a:xfrm>
            <a:off x="190440" y="1151280"/>
            <a:ext cx="11807640" cy="556992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36000" bIns="36000" anchor="t">
            <a:noAutofit/>
          </a:bodyPr>
          <a:p>
            <a:pPr marL="360360" indent="-36036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234465"/>
              </a:buClr>
              <a:buFont typeface="Wingdings" charset="2"/>
              <a:buChar char=""/>
            </a:pPr>
            <a:r>
              <a:rPr b="1" lang="ru-RU" sz="3200" spc="-1" strike="noStrike">
                <a:solidFill>
                  <a:srgbClr val="bf7800"/>
                </a:solidFill>
                <a:latin typeface="Calibri"/>
              </a:rPr>
              <a:t>Декартово произведение </a:t>
            </a:r>
            <a:r>
              <a:rPr b="0" lang="en-US" sz="3200" spc="-1" strike="noStrike">
                <a:solidFill>
                  <a:srgbClr val="234465"/>
                </a:solidFill>
                <a:latin typeface="Calibri"/>
              </a:rPr>
              <a:t>–</a:t>
            </a:r>
            <a:r>
              <a:rPr b="1" lang="en-US" sz="3200" spc="-1" strike="noStrike">
                <a:solidFill>
                  <a:srgbClr val="bf7800"/>
                </a:solidFill>
                <a:latin typeface="Calibri"/>
              </a:rPr>
              <a:t> </a:t>
            </a:r>
            <a:r>
              <a:rPr b="1" lang="bg-BG" sz="3200" spc="-1" strike="noStrike">
                <a:solidFill>
                  <a:srgbClr val="bf7800"/>
                </a:solidFill>
                <a:latin typeface="Calibri"/>
              </a:rPr>
              <a:t>всички </a:t>
            </a:r>
            <a:r>
              <a:rPr b="0" lang="ru-RU" sz="3200" spc="-1" strike="noStrike">
                <a:solidFill>
                  <a:srgbClr val="234465"/>
                </a:solidFill>
                <a:latin typeface="Calibri"/>
              </a:rPr>
              <a:t>редове в </a:t>
            </a:r>
            <a:r>
              <a:rPr b="1" lang="ru-RU" sz="3200" spc="-1" strike="noStrike">
                <a:solidFill>
                  <a:srgbClr val="bf7800"/>
                </a:solidFill>
                <a:latin typeface="Calibri"/>
              </a:rPr>
              <a:t>първата</a:t>
            </a:r>
            <a:r>
              <a:rPr b="0" lang="ru-RU" sz="3200" spc="-1" strike="noStrike">
                <a:solidFill>
                  <a:srgbClr val="234465"/>
                </a:solidFill>
                <a:latin typeface="Calibri"/>
              </a:rPr>
              <a:t> таблица се свързват с всички редове във </a:t>
            </a:r>
            <a:r>
              <a:rPr b="1" lang="ru-RU" sz="3200" spc="-1" strike="noStrike">
                <a:solidFill>
                  <a:srgbClr val="bf7800"/>
                </a:solidFill>
                <a:latin typeface="Calibri"/>
              </a:rPr>
              <a:t>втората</a:t>
            </a:r>
            <a:r>
              <a:rPr b="0" lang="ru-RU" sz="3200" spc="-1" strike="noStrike">
                <a:solidFill>
                  <a:srgbClr val="234465"/>
                </a:solidFill>
                <a:latin typeface="Calibri"/>
              </a:rPr>
              <a:t> таблица</a:t>
            </a:r>
            <a:endParaRPr b="0" lang="en-US" sz="3200" spc="-1" strike="noStrike">
              <a:solidFill>
                <a:srgbClr val="234465"/>
              </a:solidFill>
              <a:latin typeface="Calibri"/>
            </a:endParaRPr>
          </a:p>
          <a:p>
            <a:pPr marL="360360" indent="-36036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234465"/>
              </a:buClr>
              <a:buFont typeface="Wingdings" charset="2"/>
              <a:buChar char=""/>
            </a:pPr>
            <a:r>
              <a:rPr b="1" lang="ru-RU" sz="3200" spc="-1" strike="noStrike">
                <a:solidFill>
                  <a:srgbClr val="bf7800"/>
                </a:solidFill>
                <a:latin typeface="Calibri"/>
              </a:rPr>
              <a:t>Декартово произведение </a:t>
            </a:r>
            <a:r>
              <a:rPr b="0" lang="ru-RU" sz="3200" spc="-1" strike="noStrike">
                <a:solidFill>
                  <a:srgbClr val="234465"/>
                </a:solidFill>
                <a:latin typeface="Calibri"/>
              </a:rPr>
              <a:t>се получава, когато</a:t>
            </a:r>
            <a:r>
              <a:rPr b="0" lang="en-US" sz="3200" spc="-1" strike="noStrike">
                <a:solidFill>
                  <a:srgbClr val="234465"/>
                </a:solidFill>
                <a:latin typeface="Calibri"/>
              </a:rPr>
              <a:t>:</a:t>
            </a:r>
            <a:endParaRPr b="0" lang="en-US" sz="3200" spc="-1" strike="noStrike">
              <a:solidFill>
                <a:srgbClr val="234465"/>
              </a:solidFill>
              <a:latin typeface="Calibri"/>
            </a:endParaRPr>
          </a:p>
          <a:p>
            <a:pPr lvl="1" marL="803160" indent="-36036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234465"/>
              </a:buClr>
              <a:buFont typeface="Wingdings" charset="2"/>
              <a:buChar char=""/>
            </a:pPr>
            <a:r>
              <a:rPr b="0" lang="en-US" sz="3000" spc="-1" strike="noStrike">
                <a:solidFill>
                  <a:srgbClr val="234465"/>
                </a:solidFill>
                <a:latin typeface="Calibri"/>
              </a:rPr>
              <a:t>Join </a:t>
            </a:r>
            <a:r>
              <a:rPr b="0" lang="bg-BG" sz="3000" spc="-1" strike="noStrike">
                <a:solidFill>
                  <a:srgbClr val="234465"/>
                </a:solidFill>
                <a:latin typeface="Calibri"/>
              </a:rPr>
              <a:t>условието е </a:t>
            </a:r>
            <a:r>
              <a:rPr b="1" lang="bg-BG" sz="3000" spc="-1" strike="noStrike">
                <a:solidFill>
                  <a:srgbClr val="bf7800"/>
                </a:solidFill>
                <a:latin typeface="Calibri"/>
              </a:rPr>
              <a:t>пропуснато</a:t>
            </a:r>
            <a:endParaRPr b="0" lang="en-US" sz="3000" spc="-1" strike="noStrike">
              <a:solidFill>
                <a:srgbClr val="234465"/>
              </a:solidFill>
              <a:latin typeface="Calibri"/>
            </a:endParaRPr>
          </a:p>
          <a:p>
            <a:pPr lvl="1" marL="803160" indent="-36036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234465"/>
              </a:buClr>
              <a:buFont typeface="Wingdings" charset="2"/>
              <a:buChar char=""/>
            </a:pPr>
            <a:r>
              <a:rPr b="0" lang="en-US" sz="3000" spc="-1" strike="noStrike">
                <a:solidFill>
                  <a:srgbClr val="234465"/>
                </a:solidFill>
                <a:latin typeface="Calibri"/>
              </a:rPr>
              <a:t>Join </a:t>
            </a:r>
            <a:r>
              <a:rPr b="0" lang="bg-BG" sz="3000" spc="-1" strike="noStrike">
                <a:solidFill>
                  <a:srgbClr val="234465"/>
                </a:solidFill>
                <a:latin typeface="Calibri"/>
              </a:rPr>
              <a:t>условието е </a:t>
            </a:r>
            <a:r>
              <a:rPr b="1" lang="bg-BG" sz="3000" spc="-1" strike="noStrike">
                <a:solidFill>
                  <a:srgbClr val="bf7800"/>
                </a:solidFill>
                <a:latin typeface="Calibri"/>
              </a:rPr>
              <a:t>невалидно</a:t>
            </a:r>
            <a:endParaRPr b="0" lang="en-US" sz="3000" spc="-1" strike="noStrike">
              <a:solidFill>
                <a:srgbClr val="234465"/>
              </a:solidFill>
              <a:latin typeface="Calibri"/>
            </a:endParaRPr>
          </a:p>
          <a:p>
            <a:pPr marL="360360" indent="-36036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234465"/>
              </a:buClr>
              <a:buFont typeface="Wingdings" charset="2"/>
              <a:buChar char=""/>
            </a:pPr>
            <a:r>
              <a:rPr b="0" lang="ru-RU" sz="3200" spc="-1" strike="noStrike">
                <a:solidFill>
                  <a:srgbClr val="234465"/>
                </a:solidFill>
                <a:latin typeface="Calibri"/>
              </a:rPr>
              <a:t>За да избегнете декартово произведение, винаги включвайте </a:t>
            </a:r>
            <a:r>
              <a:rPr b="1" lang="ru-RU" sz="3200" spc="-1" strike="noStrike">
                <a:solidFill>
                  <a:srgbClr val="bf7800"/>
                </a:solidFill>
                <a:latin typeface="Calibri"/>
              </a:rPr>
              <a:t>валидно условие за свързване</a:t>
            </a:r>
            <a:endParaRPr b="0" lang="en-US" sz="32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295" name="Picture 2"/>
          <p:cNvSpPr/>
          <p:nvPr/>
        </p:nvSpPr>
        <p:spPr>
          <a:xfrm>
            <a:off x="7162560" y="5656320"/>
            <a:ext cx="2667240" cy="1430280"/>
          </a:xfrm>
          <a:prstGeom prst="roundRect">
            <a:avLst>
              <a:gd name="adj" fmla="val 6960"/>
            </a:avLst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96" name="Group 4"/>
          <p:cNvGrpSpPr/>
          <p:nvPr/>
        </p:nvGrpSpPr>
        <p:grpSpPr>
          <a:xfrm>
            <a:off x="1585080" y="5715000"/>
            <a:ext cx="3672720" cy="1527120"/>
            <a:chOff x="1585080" y="5715000"/>
            <a:chExt cx="3672720" cy="1527120"/>
          </a:xfrm>
        </p:grpSpPr>
        <p:pic>
          <p:nvPicPr>
            <p:cNvPr id="297" name="Picture 3" descr="C:\Trash\table-red.png"/>
            <p:cNvPicPr/>
            <p:nvPr/>
          </p:nvPicPr>
          <p:blipFill>
            <a:blip r:embed="rId2"/>
            <a:stretch/>
          </p:blipFill>
          <p:spPr>
            <a:xfrm rot="382800">
              <a:off x="1650240" y="5830920"/>
              <a:ext cx="2160720" cy="1294560"/>
            </a:xfrm>
            <a:prstGeom prst="rect">
              <a:avLst/>
            </a:prstGeom>
            <a:ln w="0">
              <a:noFill/>
            </a:ln>
            <a:scene3d>
              <a:camera prst="perspectiveContrastingRightFacing"/>
              <a:lightRig dir="t" rig="threePt"/>
            </a:scene3d>
          </p:spPr>
        </p:pic>
        <p:pic>
          <p:nvPicPr>
            <p:cNvPr id="298" name="Picture 3" descr="C:\Trash\table-red.png"/>
            <p:cNvPicPr/>
            <p:nvPr/>
          </p:nvPicPr>
          <p:blipFill>
            <a:blip r:embed="rId3"/>
            <a:stretch/>
          </p:blipFill>
          <p:spPr>
            <a:xfrm rot="382800">
              <a:off x="2335320" y="5831280"/>
              <a:ext cx="2160720" cy="1294560"/>
            </a:xfrm>
            <a:prstGeom prst="rect">
              <a:avLst/>
            </a:prstGeom>
            <a:ln w="0">
              <a:noFill/>
            </a:ln>
            <a:scene3d>
              <a:camera prst="perspectiveContrastingRightFacing"/>
              <a:lightRig dir="t" rig="threePt"/>
            </a:scene3d>
          </p:spPr>
        </p:pic>
        <p:pic>
          <p:nvPicPr>
            <p:cNvPr id="299" name="Picture 3" descr="C:\Trash\table-red.png"/>
            <p:cNvPicPr/>
            <p:nvPr/>
          </p:nvPicPr>
          <p:blipFill>
            <a:blip r:embed="rId4"/>
            <a:stretch/>
          </p:blipFill>
          <p:spPr>
            <a:xfrm rot="382800">
              <a:off x="3031560" y="5831280"/>
              <a:ext cx="2160720" cy="1294560"/>
            </a:xfrm>
            <a:prstGeom prst="rect">
              <a:avLst/>
            </a:prstGeom>
            <a:ln w="0">
              <a:noFill/>
            </a:ln>
            <a:scene3d>
              <a:camera prst="perspectiveContrastingRightFacing"/>
              <a:lightRig dir="t" rig="threePt"/>
            </a:scene3d>
          </p:spPr>
        </p:pic>
      </p:grpSp>
      <p:sp>
        <p:nvSpPr>
          <p:cNvPr id="300" name="PlaceHolder 3"/>
          <p:cNvSpPr>
            <a:spLocks noGrp="1"/>
          </p:cNvSpPr>
          <p:nvPr>
            <p:ph type="sldNum" idx="11"/>
          </p:nvPr>
        </p:nvSpPr>
        <p:spPr>
          <a:xfrm>
            <a:off x="11752920" y="6507000"/>
            <a:ext cx="367200" cy="2966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000" spc="-1" strike="noStrike">
                <a:solidFill>
                  <a:srgbClr val="234465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7E68DD9-996D-4054-9E93-F01A67774F1A}" type="slidenum">
              <a:rPr b="0" lang="en-US" sz="1000" spc="-1" strike="noStrike">
                <a:solidFill>
                  <a:srgbClr val="234465"/>
                </a:solidFill>
                <a:latin typeface="Calibri"/>
              </a:rPr>
              <a:t>1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53" dur="indefinite" restart="never" nodeType="tmRoot">
          <p:childTnLst>
            <p:seq>
              <p:cTn id="54" dur="indefinite" nodeType="mainSeq">
                <p:childTnLst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36000" bIns="3600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1" lang="bg-BG" sz="4000" spc="-1" strike="noStrike">
                <a:solidFill>
                  <a:srgbClr val="ffffff"/>
                </a:solidFill>
                <a:latin typeface="Calibri"/>
              </a:rPr>
              <a:t>Декартово произведение</a:t>
            </a:r>
            <a:r>
              <a:rPr b="1" lang="en-US" sz="4000" spc="-1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1" lang="bg-BG" sz="4000" spc="-1" strike="noStrike">
                <a:solidFill>
                  <a:srgbClr val="ffffff"/>
                </a:solidFill>
                <a:latin typeface="Calibri"/>
              </a:rPr>
              <a:t>– Пример</a:t>
            </a:r>
            <a:endParaRPr b="0" lang="en-US" sz="40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302" name="PlaceHolder 2"/>
          <p:cNvSpPr>
            <a:spLocks noGrp="1"/>
          </p:cNvSpPr>
          <p:nvPr>
            <p:ph/>
          </p:nvPr>
        </p:nvSpPr>
        <p:spPr>
          <a:xfrm>
            <a:off x="190440" y="1151280"/>
            <a:ext cx="11807640" cy="556992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36000" bIns="36000" anchor="t">
            <a:noAutofit/>
          </a:bodyPr>
          <a:p>
            <a:pPr marL="360360" indent="-360360">
              <a:lnSpc>
                <a:spcPct val="90000"/>
              </a:lnSpc>
              <a:spcBef>
                <a:spcPts val="601"/>
              </a:spcBef>
              <a:spcAft>
                <a:spcPts val="601"/>
              </a:spcAft>
              <a:buClr>
                <a:srgbClr val="234465"/>
              </a:buClr>
              <a:buFont typeface="Wingdings" charset="2"/>
              <a:buChar char=""/>
            </a:pPr>
            <a:r>
              <a:rPr b="0" lang="ru-RU" sz="3400" spc="-1" strike="noStrike">
                <a:solidFill>
                  <a:srgbClr val="234465"/>
                </a:solidFill>
                <a:latin typeface="Calibri"/>
              </a:rPr>
              <a:t>Тази заявка ще направи декартово произведение</a:t>
            </a:r>
            <a:r>
              <a:rPr b="0" lang="en-US" sz="3400" spc="-1" strike="noStrike">
                <a:solidFill>
                  <a:srgbClr val="234465"/>
                </a:solidFill>
                <a:latin typeface="Calibri"/>
              </a:rPr>
              <a:t>:</a:t>
            </a: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  <a:p>
            <a:pPr indent="0">
              <a:lnSpc>
                <a:spcPct val="90000"/>
              </a:lnSpc>
              <a:spcBef>
                <a:spcPts val="601"/>
              </a:spcBef>
              <a:spcAft>
                <a:spcPts val="601"/>
              </a:spcAft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  <a:p>
            <a:pPr indent="0">
              <a:lnSpc>
                <a:spcPct val="90000"/>
              </a:lnSpc>
              <a:spcBef>
                <a:spcPts val="601"/>
              </a:spcBef>
              <a:spcAft>
                <a:spcPts val="601"/>
              </a:spcAft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  <a:p>
            <a:pPr marL="360360" indent="-360360">
              <a:lnSpc>
                <a:spcPct val="90000"/>
              </a:lnSpc>
              <a:spcBef>
                <a:spcPts val="601"/>
              </a:spcBef>
              <a:spcAft>
                <a:spcPts val="601"/>
              </a:spcAft>
              <a:buClr>
                <a:srgbClr val="234465"/>
              </a:buClr>
              <a:buFont typeface="Wingdings" charset="2"/>
              <a:buChar char=""/>
            </a:pPr>
            <a:r>
              <a:rPr b="0" lang="bg-BG" sz="3400" spc="-1" strike="noStrike">
                <a:solidFill>
                  <a:srgbClr val="234465"/>
                </a:solidFill>
                <a:latin typeface="Calibri"/>
              </a:rPr>
              <a:t>Резултатът</a:t>
            </a:r>
            <a:r>
              <a:rPr b="0" lang="en-US" sz="3400" spc="-1" strike="noStrike">
                <a:solidFill>
                  <a:srgbClr val="234465"/>
                </a:solidFill>
                <a:latin typeface="Calibri"/>
              </a:rPr>
              <a:t>:</a:t>
            </a: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303" name="Rectangle 4"/>
          <p:cNvSpPr/>
          <p:nvPr/>
        </p:nvSpPr>
        <p:spPr>
          <a:xfrm>
            <a:off x="2286000" y="1694160"/>
            <a:ext cx="7392960" cy="1277640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rgbClr val="67748e">
                <a:lumMod val="60000"/>
                <a:lumOff val="4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2600" spc="-1" strike="noStrike">
                <a:solidFill>
                  <a:srgbClr val="bf7800"/>
                </a:solidFill>
                <a:latin typeface="Consolas"/>
              </a:rPr>
              <a:t>SELECT </a:t>
            </a:r>
            <a:r>
              <a:rPr b="1" lang="en-US" sz="2600" spc="-1" strike="noStrike">
                <a:solidFill>
                  <a:srgbClr val="234465"/>
                </a:solidFill>
                <a:latin typeface="Consolas"/>
              </a:rPr>
              <a:t>LastName, Name AS DepartmentName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2600" spc="-1" strike="noStrike">
                <a:solidFill>
                  <a:srgbClr val="bf7800"/>
                </a:solidFill>
                <a:latin typeface="Consolas"/>
              </a:rPr>
              <a:t>FROM </a:t>
            </a:r>
            <a:r>
              <a:rPr b="1" lang="en-US" sz="2600" spc="-1" strike="noStrike">
                <a:solidFill>
                  <a:srgbClr val="234465"/>
                </a:solidFill>
                <a:latin typeface="Consolas"/>
              </a:rPr>
              <a:t>Employees, Departments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304" name="Group 5"/>
          <p:cNvGraphicFramePr/>
          <p:nvPr/>
        </p:nvGraphicFramePr>
        <p:xfrm>
          <a:off x="3351960" y="3505320"/>
          <a:ext cx="5563800" cy="2899440"/>
        </p:xfrm>
        <a:graphic>
          <a:graphicData uri="http://schemas.openxmlformats.org/drawingml/2006/table">
            <a:tbl>
              <a:tblPr/>
              <a:tblGrid>
                <a:gridCol w="2118240"/>
                <a:gridCol w="3445560"/>
              </a:tblGrid>
              <a:tr h="34272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95000"/>
                        </a:lnSpc>
                        <a:spcBef>
                          <a:spcPts val="961"/>
                        </a:spcBef>
                        <a:tabLst>
                          <a:tab algn="l" pos="0"/>
                        </a:tabLst>
                      </a:pPr>
                      <a:r>
                        <a:rPr b="1" lang="en-US" sz="24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LastName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95000"/>
                        </a:lnSpc>
                        <a:spcBef>
                          <a:spcPts val="961"/>
                        </a:spcBef>
                        <a:tabLst>
                          <a:tab algn="l" pos="0"/>
                        </a:tabLst>
                      </a:pPr>
                      <a:r>
                        <a:rPr b="1" lang="en-US" sz="24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DepartmentName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  <a:tr h="34272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879"/>
                        </a:spcBef>
                        <a:tabLst>
                          <a:tab algn="l" pos="0"/>
                        </a:tabLst>
                      </a:pPr>
                      <a:r>
                        <a:rPr b="0" lang="en-US" sz="22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Duffy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879"/>
                        </a:spcBef>
                        <a:tabLst>
                          <a:tab algn="l" pos="0"/>
                        </a:tabLst>
                      </a:pPr>
                      <a:r>
                        <a:rPr b="0" lang="en-US" sz="22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Document Control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</a:tr>
              <a:tr h="34272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879"/>
                        </a:spcBef>
                        <a:tabLst>
                          <a:tab algn="l" pos="0"/>
                        </a:tabLst>
                      </a:pPr>
                      <a:r>
                        <a:rPr b="0" lang="en-US" sz="22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Wang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879"/>
                        </a:spcBef>
                        <a:tabLst>
                          <a:tab algn="l" pos="0"/>
                        </a:tabLst>
                      </a:pPr>
                      <a:r>
                        <a:rPr b="0" lang="en-US" sz="22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Document Control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</a:tr>
              <a:tr h="34272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879"/>
                        </a:spcBef>
                        <a:tabLst>
                          <a:tab algn="l" pos="0"/>
                        </a:tabLst>
                      </a:pPr>
                      <a:r>
                        <a:rPr b="0" lang="en-US" sz="22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Sullivan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879"/>
                        </a:spcBef>
                        <a:tabLst>
                          <a:tab algn="l" pos="0"/>
                        </a:tabLst>
                      </a:pPr>
                      <a:r>
                        <a:rPr b="0" lang="en-US" sz="22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Document Control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</a:tr>
              <a:tr h="34272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879"/>
                        </a:spcBef>
                        <a:tabLst>
                          <a:tab algn="l" pos="0"/>
                        </a:tabLst>
                      </a:pPr>
                      <a:r>
                        <a:rPr b="0" lang="en-US" sz="22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Duffy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879"/>
                        </a:spcBef>
                        <a:tabLst>
                          <a:tab algn="l" pos="0"/>
                        </a:tabLst>
                      </a:pPr>
                      <a:r>
                        <a:rPr b="0" lang="en-US" sz="22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Engineering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</a:tr>
              <a:tr h="34272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879"/>
                        </a:spcBef>
                        <a:tabLst>
                          <a:tab algn="l" pos="0"/>
                        </a:tabLst>
                      </a:pPr>
                      <a:r>
                        <a:rPr b="0" lang="en-US" sz="22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Wang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879"/>
                        </a:spcBef>
                        <a:tabLst>
                          <a:tab algn="l" pos="0"/>
                        </a:tabLst>
                      </a:pPr>
                      <a:r>
                        <a:rPr b="0" lang="en-US" sz="22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Engineering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</a:tr>
              <a:tr h="30456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879"/>
                        </a:spcBef>
                        <a:tabLst>
                          <a:tab algn="l" pos="0"/>
                        </a:tabLst>
                      </a:pPr>
                      <a:r>
                        <a:rPr b="0" lang="en-US" sz="22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…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879"/>
                        </a:spcBef>
                        <a:tabLst>
                          <a:tab algn="l" pos="0"/>
                        </a:tabLst>
                      </a:pPr>
                      <a:r>
                        <a:rPr b="0" lang="en-US" sz="22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…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05" name="PlaceHolder 3"/>
          <p:cNvSpPr>
            <a:spLocks noGrp="1"/>
          </p:cNvSpPr>
          <p:nvPr>
            <p:ph type="sldNum" idx="12"/>
          </p:nvPr>
        </p:nvSpPr>
        <p:spPr>
          <a:xfrm>
            <a:off x="11752920" y="6507000"/>
            <a:ext cx="367200" cy="2966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000" spc="-1" strike="noStrike">
                <a:solidFill>
                  <a:srgbClr val="234465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59815B8A-93FF-47DF-9006-137BB55802BF}" type="slidenum">
              <a:rPr b="0" lang="en-US" sz="1000" spc="-1" strike="noStrike">
                <a:solidFill>
                  <a:srgbClr val="234465"/>
                </a:solidFill>
                <a:latin typeface="Calibri"/>
              </a:rPr>
              <a:t>1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71" dur="indefinite" restart="never" nodeType="tmRoot">
          <p:childTnLst>
            <p:seq>
              <p:cTn id="72" dur="indefinite" nodeType="mainSeq">
                <p:childTnLst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6" name="Picture 2" descr="Join, indexes, table, connection, conjunction, excel, compound icon -  Download on Iconfinder"/>
          <p:cNvPicPr/>
          <p:nvPr/>
        </p:nvPicPr>
        <p:blipFill>
          <a:blip r:embed="rId1"/>
          <a:stretch/>
        </p:blipFill>
        <p:spPr>
          <a:xfrm>
            <a:off x="4762440" y="1371600"/>
            <a:ext cx="2590560" cy="2590560"/>
          </a:xfrm>
          <a:prstGeom prst="rect">
            <a:avLst/>
          </a:prstGeom>
          <a:ln w="0">
            <a:noFill/>
          </a:ln>
        </p:spPr>
      </p:pic>
      <p:sp>
        <p:nvSpPr>
          <p:cNvPr id="307" name="PlaceHolder 1"/>
          <p:cNvSpPr>
            <a:spLocks noGrp="1"/>
          </p:cNvSpPr>
          <p:nvPr>
            <p:ph type="subTitle"/>
          </p:nvPr>
        </p:nvSpPr>
        <p:spPr>
          <a:xfrm>
            <a:off x="615240" y="5585760"/>
            <a:ext cx="10961280" cy="76788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36000" bIns="36000" anchor="ctr">
            <a:noAutofit/>
          </a:bodyPr>
          <a:p>
            <a:pPr algn="ctr">
              <a:lnSpc>
                <a:spcPct val="105000"/>
              </a:lnSpc>
              <a:spcBef>
                <a:spcPts val="601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ru-RU" sz="4000" spc="-1" strike="noStrike">
                <a:solidFill>
                  <a:srgbClr val="234465"/>
                </a:solidFill>
                <a:latin typeface="Calibri"/>
              </a:rPr>
              <a:t>Селектиране на данни от няколко таблици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8" name="PlaceHolder 2"/>
          <p:cNvSpPr>
            <a:spLocks noGrp="1"/>
          </p:cNvSpPr>
          <p:nvPr>
            <p:ph type="title"/>
          </p:nvPr>
        </p:nvSpPr>
        <p:spPr>
          <a:xfrm>
            <a:off x="615240" y="4704840"/>
            <a:ext cx="10961280" cy="76788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36000" bIns="360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bg-BG" sz="5390" spc="-1" strike="noStrike">
                <a:solidFill>
                  <a:srgbClr val="234465"/>
                </a:solidFill>
                <a:latin typeface="Calibri"/>
              </a:rPr>
              <a:t>Видове </a:t>
            </a:r>
            <a:r>
              <a:rPr b="1" lang="en-US" sz="5390" spc="-1" strike="noStrike">
                <a:solidFill>
                  <a:srgbClr val="234465"/>
                </a:solidFill>
                <a:latin typeface="Calibri"/>
              </a:rPr>
              <a:t>JOIN</a:t>
            </a:r>
            <a:endParaRPr b="0" lang="en-US" sz="5390" spc="-1" strike="noStrike">
              <a:solidFill>
                <a:srgbClr val="234465"/>
              </a:solidFill>
              <a:latin typeface="Calibri"/>
            </a:endParaRPr>
          </a:p>
        </p:txBody>
      </p:sp>
    </p:spTree>
  </p:cSld>
  <mc:AlternateContent>
    <mc:Choice Requires="p14">
      <p:transition spd="slow" advTm="5000" p14:dur="2000"/>
    </mc:Choice>
    <mc:Fallback>
      <p:transition spd="slow" advTm="5000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PlaceHolder 1"/>
          <p:cNvSpPr>
            <a:spLocks noGrp="1"/>
          </p:cNvSpPr>
          <p:nvPr>
            <p:ph/>
          </p:nvPr>
        </p:nvSpPr>
        <p:spPr>
          <a:xfrm>
            <a:off x="190440" y="1151280"/>
            <a:ext cx="11807640" cy="556992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36000" bIns="36000" anchor="t">
            <a:normAutofit/>
          </a:bodyPr>
          <a:p>
            <a:pPr marL="360360" indent="-36036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234465"/>
              </a:buClr>
              <a:buFont typeface="Wingdings" charset="2"/>
              <a:buChar char=""/>
            </a:pPr>
            <a:r>
              <a:rPr b="0" lang="en-US" sz="3600" spc="-1" strike="noStrike">
                <a:solidFill>
                  <a:srgbClr val="234465"/>
                </a:solidFill>
                <a:latin typeface="Calibri"/>
              </a:rPr>
              <a:t>Inner </a:t>
            </a:r>
            <a:r>
              <a:rPr b="1" lang="en-US" sz="3600" spc="-1" strike="noStrike">
                <a:solidFill>
                  <a:srgbClr val="bf7800"/>
                </a:solidFill>
                <a:latin typeface="Calibri"/>
              </a:rPr>
              <a:t>JOIN</a:t>
            </a:r>
            <a:endParaRPr b="0" lang="en-US" sz="3600" spc="-1" strike="noStrike">
              <a:solidFill>
                <a:srgbClr val="234465"/>
              </a:solidFill>
              <a:latin typeface="Calibri"/>
            </a:endParaRPr>
          </a:p>
          <a:p>
            <a:pPr marL="360360" indent="-36036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234465"/>
              </a:buClr>
              <a:buFont typeface="Wingdings" charset="2"/>
              <a:buChar char=""/>
            </a:pPr>
            <a:r>
              <a:rPr b="0" lang="en-US" sz="3600" spc="-1" strike="noStrike">
                <a:solidFill>
                  <a:srgbClr val="234465"/>
                </a:solidFill>
                <a:latin typeface="Calibri"/>
              </a:rPr>
              <a:t>Left, Right, Full outer </a:t>
            </a:r>
            <a:r>
              <a:rPr b="1" lang="en-US" sz="3600" spc="-1" strike="noStrike">
                <a:solidFill>
                  <a:srgbClr val="bf7800"/>
                </a:solidFill>
                <a:latin typeface="Calibri"/>
              </a:rPr>
              <a:t>JOIN</a:t>
            </a:r>
            <a:endParaRPr b="0" lang="en-US" sz="3600" spc="-1" strike="noStrike">
              <a:solidFill>
                <a:srgbClr val="234465"/>
              </a:solidFill>
              <a:latin typeface="Calibri"/>
            </a:endParaRPr>
          </a:p>
          <a:p>
            <a:pPr marL="360360" indent="-36036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234465"/>
              </a:buClr>
              <a:buFont typeface="Wingdings" charset="2"/>
              <a:buChar char=""/>
            </a:pPr>
            <a:r>
              <a:rPr b="0" lang="en-US" sz="3600" spc="-1" strike="noStrike">
                <a:solidFill>
                  <a:srgbClr val="234465"/>
                </a:solidFill>
                <a:latin typeface="Calibri"/>
              </a:rPr>
              <a:t>Cross </a:t>
            </a:r>
            <a:r>
              <a:rPr b="1" lang="en-US" sz="3600" spc="-1" strike="noStrike">
                <a:solidFill>
                  <a:srgbClr val="bf7800"/>
                </a:solidFill>
                <a:latin typeface="Calibri"/>
              </a:rPr>
              <a:t>JOIN</a:t>
            </a:r>
            <a:endParaRPr b="0" lang="en-US" sz="3600" spc="-1" strike="noStrike">
              <a:solidFill>
                <a:srgbClr val="234465"/>
              </a:solidFill>
              <a:latin typeface="Calibri"/>
            </a:endParaRPr>
          </a:p>
          <a:p>
            <a:pPr marL="360360" indent="-36036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234465"/>
              </a:buClr>
              <a:buFont typeface="Wingdings" charset="2"/>
              <a:buChar char=""/>
            </a:pPr>
            <a:r>
              <a:rPr b="0" lang="en-US" sz="3600" spc="-1" strike="noStrike">
                <a:solidFill>
                  <a:srgbClr val="234465"/>
                </a:solidFill>
                <a:latin typeface="Calibri"/>
              </a:rPr>
              <a:t>EQUI </a:t>
            </a:r>
            <a:r>
              <a:rPr b="1" lang="en-US" sz="3600" spc="-1" strike="noStrike">
                <a:solidFill>
                  <a:srgbClr val="bf7800"/>
                </a:solidFill>
                <a:latin typeface="Calibri"/>
              </a:rPr>
              <a:t>JOIN</a:t>
            </a:r>
            <a:endParaRPr b="0" lang="en-US" sz="36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310" name="PlaceHolder 2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36000" bIns="3600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1" lang="bg-BG" sz="4000" spc="-1" strike="noStrike">
                <a:solidFill>
                  <a:srgbClr val="ffffff"/>
                </a:solidFill>
                <a:latin typeface="Calibri"/>
              </a:rPr>
              <a:t>Видове </a:t>
            </a:r>
            <a:r>
              <a:rPr b="1" lang="en-US" sz="4000" spc="-1" strike="noStrike">
                <a:solidFill>
                  <a:srgbClr val="ffffff"/>
                </a:solidFill>
                <a:latin typeface="Calibri"/>
              </a:rPr>
              <a:t>JOIN</a:t>
            </a:r>
            <a:endParaRPr b="0" lang="en-US" sz="4000" spc="-1" strike="noStrike">
              <a:solidFill>
                <a:srgbClr val="234465"/>
              </a:solidFill>
              <a:latin typeface="Calibri"/>
            </a:endParaRPr>
          </a:p>
        </p:txBody>
      </p:sp>
      <p:pic>
        <p:nvPicPr>
          <p:cNvPr id="311" name="Picture 1" descr="C:\Trash\table-red.png"/>
          <p:cNvPicPr/>
          <p:nvPr/>
        </p:nvPicPr>
        <p:blipFill>
          <a:blip r:embed="rId1"/>
          <a:stretch/>
        </p:blipFill>
        <p:spPr>
          <a:xfrm>
            <a:off x="2314080" y="4300920"/>
            <a:ext cx="2772000" cy="2224080"/>
          </a:xfrm>
          <a:prstGeom prst="rect">
            <a:avLst/>
          </a:prstGeom>
          <a:ln w="0">
            <a:noFill/>
          </a:ln>
          <a:effectLst>
            <a:glow rad="228600">
              <a:srgbClr val="00b050">
                <a:alpha val="40000"/>
              </a:srgbClr>
            </a:glow>
          </a:effectLst>
        </p:spPr>
      </p:pic>
      <p:pic>
        <p:nvPicPr>
          <p:cNvPr id="312" name="Picture 1" descr="C:\Trash\table-red.png"/>
          <p:cNvPicPr/>
          <p:nvPr/>
        </p:nvPicPr>
        <p:blipFill>
          <a:blip r:embed="rId2"/>
          <a:stretch/>
        </p:blipFill>
        <p:spPr>
          <a:xfrm>
            <a:off x="7163640" y="4300920"/>
            <a:ext cx="2772000" cy="2224080"/>
          </a:xfrm>
          <a:prstGeom prst="rect">
            <a:avLst/>
          </a:prstGeom>
          <a:ln w="0">
            <a:noFill/>
          </a:ln>
          <a:effectLst>
            <a:glow rad="228600">
              <a:srgbClr val="3daaff">
                <a:alpha val="40000"/>
              </a:srgbClr>
            </a:glow>
          </a:effectLst>
        </p:spPr>
      </p:pic>
      <p:pic>
        <p:nvPicPr>
          <p:cNvPr id="313" name="Picture 5" descr="http://www.clker.com/cliparts/9/1/7/7/11954453101010753072kuba_arrow_icons_set.svg.hi.png"/>
          <p:cNvPicPr/>
          <p:nvPr/>
        </p:nvPicPr>
        <p:blipFill>
          <a:blip r:embed="rId3"/>
          <a:stretch/>
        </p:blipFill>
        <p:spPr>
          <a:xfrm rot="984600">
            <a:off x="4644720" y="4781880"/>
            <a:ext cx="1118880" cy="609120"/>
          </a:xfrm>
          <a:prstGeom prst="rect">
            <a:avLst/>
          </a:prstGeom>
          <a:ln w="0">
            <a:noFill/>
          </a:ln>
          <a:effectLst>
            <a:outerShdw algn="tl" blurRad="291960" dir="2700000" dist="139498" rotWithShape="0">
              <a:srgbClr val="333333">
                <a:alpha val="65000"/>
              </a:srgbClr>
            </a:outerShdw>
          </a:effectLst>
        </p:spPr>
      </p:pic>
      <p:pic>
        <p:nvPicPr>
          <p:cNvPr id="314" name="Picture 5" descr="http://www.clker.com/cliparts/9/1/7/7/11954453101010753072kuba_arrow_icons_set.svg.hi.png"/>
          <p:cNvPicPr/>
          <p:nvPr/>
        </p:nvPicPr>
        <p:blipFill>
          <a:blip r:embed="rId4"/>
          <a:stretch/>
        </p:blipFill>
        <p:spPr>
          <a:xfrm flipH="1" rot="20262000">
            <a:off x="6491160" y="4748760"/>
            <a:ext cx="1114200" cy="609120"/>
          </a:xfrm>
          <a:prstGeom prst="rect">
            <a:avLst/>
          </a:prstGeom>
          <a:ln w="0">
            <a:noFill/>
          </a:ln>
          <a:effectLst>
            <a:outerShdw algn="tl" blurRad="291960" dir="2700000" dist="139498" rotWithShape="0">
              <a:srgbClr val="333333">
                <a:alpha val="65000"/>
              </a:srgbClr>
            </a:outerShdw>
          </a:effectLst>
        </p:spPr>
      </p:pic>
      <p:sp>
        <p:nvSpPr>
          <p:cNvPr id="315" name="Picture 7"/>
          <p:cNvSpPr/>
          <p:nvPr/>
        </p:nvSpPr>
        <p:spPr>
          <a:xfrm rot="742200">
            <a:off x="6118560" y="4485240"/>
            <a:ext cx="813600" cy="813600"/>
          </a:xfrm>
          <a:prstGeom prst="roundRect">
            <a:avLst>
              <a:gd name="adj" fmla="val 46433"/>
            </a:avLst>
          </a:prstGeom>
          <a:blipFill rotWithShape="0">
            <a:blip r:embed="rId5"/>
            <a:srcRect/>
            <a:stretch/>
          </a:blipFill>
          <a:ln w="0">
            <a:noFill/>
          </a:ln>
          <a:effectLst>
            <a:outerShdw algn="tl" blurRad="291960" dir="2700000" dist="139498" rotWithShape="0">
              <a:srgbClr val="333333">
                <a:alpha val="65000"/>
              </a:srgbClr>
            </a:outerShdw>
            <a:softEdge rad="63360"/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16" name="Picture 3" descr="http://www.clker.com/cliparts/9/1/7/7/11954453101010753072kuba_arrow_icons_set.svg.hi.png"/>
          <p:cNvPicPr/>
          <p:nvPr/>
        </p:nvPicPr>
        <p:blipFill>
          <a:blip r:embed="rId6"/>
          <a:stretch/>
        </p:blipFill>
        <p:spPr>
          <a:xfrm>
            <a:off x="5543280" y="5105520"/>
            <a:ext cx="1238040" cy="1155240"/>
          </a:xfrm>
          <a:prstGeom prst="rect">
            <a:avLst/>
          </a:prstGeom>
          <a:ln w="0">
            <a:noFill/>
          </a:ln>
          <a:effectLst>
            <a:glow rad="228600">
              <a:srgbClr val="7606ca">
                <a:alpha val="40000"/>
              </a:srgbClr>
            </a:glow>
          </a:effectLst>
        </p:spPr>
      </p:pic>
      <p:sp>
        <p:nvSpPr>
          <p:cNvPr id="317" name="PlaceHolder 3"/>
          <p:cNvSpPr>
            <a:spLocks noGrp="1"/>
          </p:cNvSpPr>
          <p:nvPr>
            <p:ph type="sldNum" idx="13"/>
          </p:nvPr>
        </p:nvSpPr>
        <p:spPr>
          <a:xfrm>
            <a:off x="11752920" y="6507000"/>
            <a:ext cx="367200" cy="2966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000" spc="-1" strike="noStrike">
                <a:solidFill>
                  <a:srgbClr val="234465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51EE829-0CCA-451A-9438-91BFDD849817}" type="slidenum">
              <a:rPr b="0" lang="en-US" sz="1000" spc="-1" strike="noStrike">
                <a:solidFill>
                  <a:srgbClr val="234465"/>
                </a:solidFill>
                <a:latin typeface="Calibri"/>
              </a:rPr>
              <a:t>11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79" dur="indefinite" restart="never" nodeType="tmRoot">
          <p:childTnLst>
            <p:seq>
              <p:cTn id="80" dur="indefinite" nodeType="mainSeq">
                <p:childTnLst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PlaceHolder 1"/>
          <p:cNvSpPr>
            <a:spLocks noGrp="1"/>
          </p:cNvSpPr>
          <p:nvPr>
            <p:ph/>
          </p:nvPr>
        </p:nvSpPr>
        <p:spPr>
          <a:xfrm>
            <a:off x="1865880" y="1121040"/>
            <a:ext cx="10128960" cy="554616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36000" bIns="36000" anchor="t">
            <a:noAutofit/>
          </a:bodyPr>
          <a:p>
            <a:pPr lvl="1" marL="360360" indent="-360360">
              <a:lnSpc>
                <a:spcPct val="105000"/>
              </a:lnSpc>
              <a:spcBef>
                <a:spcPts val="601"/>
              </a:spcBef>
              <a:spcAft>
                <a:spcPts val="601"/>
              </a:spcAft>
              <a:buClr>
                <a:srgbClr val="224464"/>
              </a:buClr>
              <a:buFont typeface="Wingdings" charset="2"/>
              <a:buChar char=""/>
            </a:pPr>
            <a:r>
              <a:rPr b="0" lang="ru-RU" sz="3600" spc="-1" strike="noStrike">
                <a:solidFill>
                  <a:srgbClr val="224464"/>
                </a:solidFill>
                <a:latin typeface="Calibri"/>
              </a:rPr>
              <a:t>Съединение на две таблици, което връща </a:t>
            </a:r>
            <a:r>
              <a:rPr b="1" lang="ru-RU" sz="3600" spc="-1" strike="noStrike">
                <a:solidFill>
                  <a:srgbClr val="bf7800"/>
                </a:solidFill>
                <a:latin typeface="Calibri"/>
              </a:rPr>
              <a:t>само</a:t>
            </a:r>
            <a:r>
              <a:rPr b="0" lang="ru-RU" sz="3600" spc="-1" strike="noStrike">
                <a:solidFill>
                  <a:srgbClr val="224464"/>
                </a:solidFill>
                <a:latin typeface="Calibri"/>
              </a:rPr>
              <a:t> редове, отговарящи на </a:t>
            </a:r>
            <a:r>
              <a:rPr b="1" lang="ru-RU" sz="3600" spc="-1" strike="noStrike">
                <a:solidFill>
                  <a:srgbClr val="bf7800"/>
                </a:solidFill>
                <a:latin typeface="Calibri"/>
              </a:rPr>
              <a:t>условието</a:t>
            </a:r>
            <a:endParaRPr b="0" lang="en-US" sz="3600" spc="-1" strike="noStrike">
              <a:solidFill>
                <a:srgbClr val="234465"/>
              </a:solidFill>
              <a:latin typeface="Calibri"/>
            </a:endParaRPr>
          </a:p>
          <a:p>
            <a:pPr marL="360360" indent="0">
              <a:lnSpc>
                <a:spcPct val="105000"/>
              </a:lnSpc>
              <a:spcBef>
                <a:spcPts val="601"/>
              </a:spcBef>
              <a:spcAft>
                <a:spcPts val="601"/>
              </a:spcAft>
              <a:buNone/>
              <a:tabLst>
                <a:tab algn="l" pos="0"/>
              </a:tabLst>
            </a:pPr>
            <a:br>
              <a:rPr sz="3600"/>
            </a:br>
            <a:endParaRPr b="0" lang="en-US" sz="3600" spc="-1" strike="noStrike">
              <a:solidFill>
                <a:srgbClr val="234465"/>
              </a:solidFill>
              <a:latin typeface="Calibri"/>
            </a:endParaRPr>
          </a:p>
          <a:p>
            <a:pPr indent="0">
              <a:lnSpc>
                <a:spcPct val="105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b="0" lang="en-US" sz="3600" spc="-1" strike="noStrike">
              <a:solidFill>
                <a:srgbClr val="234465"/>
              </a:solidFill>
              <a:latin typeface="Calibri"/>
            </a:endParaRPr>
          </a:p>
          <a:p>
            <a:pPr indent="0">
              <a:lnSpc>
                <a:spcPct val="105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b="0" lang="en-US" sz="3600" spc="-1" strike="noStrike">
              <a:solidFill>
                <a:srgbClr val="234465"/>
              </a:solidFill>
              <a:latin typeface="Calibri"/>
            </a:endParaRPr>
          </a:p>
          <a:p>
            <a:pPr lvl="1" marL="360360" indent="-360360">
              <a:lnSpc>
                <a:spcPct val="105000"/>
              </a:lnSpc>
              <a:spcBef>
                <a:spcPts val="601"/>
              </a:spcBef>
              <a:spcAft>
                <a:spcPts val="601"/>
              </a:spcAft>
              <a:buClr>
                <a:srgbClr val="234465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ru-RU" sz="3600" spc="-1" strike="noStrike">
                <a:solidFill>
                  <a:srgbClr val="234465"/>
                </a:solidFill>
                <a:latin typeface="Calibri"/>
              </a:rPr>
              <a:t>За да укажете условия за съединяване, използвайте клаузата </a:t>
            </a:r>
            <a:r>
              <a:rPr b="1" lang="ru-RU" sz="3600" spc="-1" strike="noStrike">
                <a:solidFill>
                  <a:srgbClr val="bf7800"/>
                </a:solidFill>
                <a:latin typeface="Consolas"/>
              </a:rPr>
              <a:t>INNER JOIN</a:t>
            </a:r>
            <a:r>
              <a:rPr b="0" lang="ru-RU" sz="3600" spc="-1" strike="noStrike">
                <a:solidFill>
                  <a:srgbClr val="234465"/>
                </a:solidFill>
                <a:latin typeface="Calibri"/>
              </a:rPr>
              <a:t> … </a:t>
            </a:r>
            <a:r>
              <a:rPr b="1" lang="ru-RU" sz="3600" spc="-1" strike="noStrike">
                <a:solidFill>
                  <a:srgbClr val="bf7800"/>
                </a:solidFill>
                <a:latin typeface="Consolas"/>
              </a:rPr>
              <a:t>ON</a:t>
            </a:r>
            <a:endParaRPr b="0" lang="en-US" sz="3600" spc="-1" strike="noStrike">
              <a:solidFill>
                <a:srgbClr val="234465"/>
              </a:solidFill>
              <a:latin typeface="Calibri"/>
            </a:endParaRPr>
          </a:p>
          <a:p>
            <a:pPr indent="0">
              <a:lnSpc>
                <a:spcPct val="105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b="0" lang="en-US" sz="3600" spc="-1" strike="noStrike">
              <a:solidFill>
                <a:srgbClr val="234465"/>
              </a:solidFill>
              <a:latin typeface="Calibri"/>
            </a:endParaRPr>
          </a:p>
          <a:p>
            <a:pPr indent="0">
              <a:lnSpc>
                <a:spcPct val="105000"/>
              </a:lnSpc>
              <a:spcBef>
                <a:spcPts val="601"/>
              </a:spcBef>
              <a:spcAft>
                <a:spcPts val="601"/>
              </a:spcAft>
              <a:buNone/>
              <a:tabLst>
                <a:tab algn="l" pos="0"/>
              </a:tabLst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319" name="PlaceHolder 2"/>
          <p:cNvSpPr>
            <a:spLocks noGrp="1"/>
          </p:cNvSpPr>
          <p:nvPr>
            <p:ph type="title"/>
          </p:nvPr>
        </p:nvSpPr>
        <p:spPr>
          <a:xfrm>
            <a:off x="1297080" y="100800"/>
            <a:ext cx="9163800" cy="88236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36000" bIns="3600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1" lang="en-US" sz="4000" spc="-1" strike="noStrike">
                <a:solidFill>
                  <a:srgbClr val="234465"/>
                </a:solidFill>
                <a:latin typeface="Calibri"/>
              </a:rPr>
              <a:t>INNER JOIN</a:t>
            </a:r>
            <a:endParaRPr b="0" lang="en-US" sz="4000" spc="-1" strike="noStrike">
              <a:solidFill>
                <a:srgbClr val="234465"/>
              </a:solidFill>
              <a:latin typeface="Calibri"/>
            </a:endParaRPr>
          </a:p>
        </p:txBody>
      </p:sp>
      <p:pic>
        <p:nvPicPr>
          <p:cNvPr id="320" name="Picture 6" descr="SQL Inner Join - javatpoint"/>
          <p:cNvPicPr/>
          <p:nvPr/>
        </p:nvPicPr>
        <p:blipFill>
          <a:blip r:embed="rId1"/>
          <a:srcRect l="0" t="14487" r="0" b="10632"/>
          <a:stretch/>
        </p:blipFill>
        <p:spPr>
          <a:xfrm>
            <a:off x="3382200" y="2590920"/>
            <a:ext cx="5427000" cy="2437920"/>
          </a:xfrm>
          <a:prstGeom prst="rect">
            <a:avLst/>
          </a:prstGeom>
          <a:ln w="0">
            <a:noFill/>
          </a:ln>
        </p:spPr>
      </p:pic>
      <p:sp>
        <p:nvSpPr>
          <p:cNvPr id="321" name="Slide Number"/>
          <p:cNvSpPr/>
          <p:nvPr/>
        </p:nvSpPr>
        <p:spPr>
          <a:xfrm>
            <a:off x="11752920" y="6507000"/>
            <a:ext cx="367200" cy="29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438FF024-8042-474F-B052-21E2FF5A5732}" type="slidenum">
              <a:rPr b="0" lang="en-US" sz="1000" spc="-1" strike="noStrike">
                <a:solidFill>
                  <a:srgbClr val="234465"/>
                </a:solidFill>
                <a:latin typeface="Calibri"/>
              </a:rPr>
              <a:t>11</a:t>
            </a:fld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advTm="5000" p14:dur="2000"/>
    </mc:Choice>
    <mc:Fallback>
      <p:transition spd="slow" advTm="5000"/>
    </mc:Fallback>
  </mc:AlternateContent>
  <p:timing>
    <p:tnLst>
      <p:par>
        <p:cTn id="93" dur="indefinite" restart="never" nodeType="tmRoot">
          <p:childTnLst>
            <p:seq>
              <p:cTn id="94" dur="indefinite" nodeType="mainSeq">
                <p:childTnLst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36000" bIns="3600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1" lang="en-US" sz="4000" spc="-1" strike="noStrike">
                <a:solidFill>
                  <a:srgbClr val="ffffff"/>
                </a:solidFill>
                <a:latin typeface="Calibri"/>
              </a:rPr>
              <a:t>INNER JOIN – </a:t>
            </a:r>
            <a:r>
              <a:rPr b="1" lang="bg-BG" sz="4000" spc="-1" strike="noStrike">
                <a:solidFill>
                  <a:srgbClr val="ffffff"/>
                </a:solidFill>
                <a:latin typeface="Calibri"/>
              </a:rPr>
              <a:t>Пример</a:t>
            </a:r>
            <a:endParaRPr b="0" lang="en-US" sz="40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323" name="Rectangle 3"/>
          <p:cNvSpPr/>
          <p:nvPr/>
        </p:nvSpPr>
        <p:spPr>
          <a:xfrm>
            <a:off x="1295280" y="1295280"/>
            <a:ext cx="9595800" cy="1552680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rgbClr val="67748e">
                <a:lumMod val="60000"/>
                <a:lumOff val="4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2400" spc="-1" strike="noStrike">
                <a:solidFill>
                  <a:srgbClr val="bf7800"/>
                </a:solidFill>
                <a:latin typeface="Consolas"/>
              </a:rPr>
              <a:t>SELECT</a:t>
            </a:r>
            <a:r>
              <a:rPr b="1" lang="en-US" sz="2400" spc="-1" strike="noStrike">
                <a:solidFill>
                  <a:srgbClr val="224464"/>
                </a:solidFill>
                <a:latin typeface="Consolas"/>
              </a:rPr>
              <a:t> e.LastName EmpLastName,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2400" spc="-1" strike="noStrike">
                <a:solidFill>
                  <a:srgbClr val="224464"/>
                </a:solidFill>
                <a:latin typeface="Consolas"/>
              </a:rPr>
              <a:t>       </a:t>
            </a:r>
            <a:r>
              <a:rPr b="1" lang="en-US" sz="2400" spc="-1" strike="noStrike">
                <a:solidFill>
                  <a:srgbClr val="224464"/>
                </a:solidFill>
                <a:latin typeface="Consolas"/>
              </a:rPr>
              <a:t>m.EmployeeID MgrID, m.LastName MgrLastName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2400" spc="-1" strike="noStrike">
                <a:solidFill>
                  <a:srgbClr val="bf7800"/>
                </a:solidFill>
                <a:latin typeface="Consolas"/>
              </a:rPr>
              <a:t>FROM</a:t>
            </a:r>
            <a:r>
              <a:rPr b="1" lang="en-US" sz="2400" spc="-1" strike="noStrike">
                <a:solidFill>
                  <a:srgbClr val="224464"/>
                </a:solidFill>
                <a:latin typeface="Consolas"/>
              </a:rPr>
              <a:t> Employees e </a:t>
            </a:r>
            <a:r>
              <a:rPr b="1" lang="en-US" sz="2400" spc="-1" strike="noStrike">
                <a:solidFill>
                  <a:srgbClr val="bf7800"/>
                </a:solidFill>
                <a:latin typeface="Consolas"/>
              </a:rPr>
              <a:t>INNER JOIN </a:t>
            </a:r>
            <a:r>
              <a:rPr b="1" lang="en-US" sz="2400" spc="-1" strike="noStrike">
                <a:solidFill>
                  <a:srgbClr val="224464"/>
                </a:solidFill>
                <a:latin typeface="Consolas"/>
              </a:rPr>
              <a:t>Employees m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2400" spc="-1" strike="noStrike">
                <a:solidFill>
                  <a:srgbClr val="224464"/>
                </a:solidFill>
                <a:latin typeface="Consolas"/>
              </a:rPr>
              <a:t>  </a:t>
            </a:r>
            <a:r>
              <a:rPr b="1" lang="en-US" sz="2400" spc="-1" strike="noStrike">
                <a:solidFill>
                  <a:srgbClr val="bf7800"/>
                </a:solidFill>
                <a:latin typeface="Consolas"/>
              </a:rPr>
              <a:t>ON</a:t>
            </a:r>
            <a:r>
              <a:rPr b="1" lang="en-US" sz="2400" spc="-1" strike="noStrike">
                <a:solidFill>
                  <a:srgbClr val="224464"/>
                </a:solidFill>
                <a:latin typeface="Consolas"/>
              </a:rPr>
              <a:t> e.ManagerID = m.EmployeeID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324" name="Group 4"/>
          <p:cNvGraphicFramePr/>
          <p:nvPr/>
        </p:nvGraphicFramePr>
        <p:xfrm>
          <a:off x="1295280" y="3124080"/>
          <a:ext cx="9603360" cy="3459960"/>
        </p:xfrm>
        <a:graphic>
          <a:graphicData uri="http://schemas.openxmlformats.org/drawingml/2006/table">
            <a:tbl>
              <a:tblPr/>
              <a:tblGrid>
                <a:gridCol w="3002040"/>
                <a:gridCol w="2948400"/>
                <a:gridCol w="3652560"/>
              </a:tblGrid>
              <a:tr h="35568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95000"/>
                        </a:lnSpc>
                        <a:spcBef>
                          <a:spcPts val="879"/>
                        </a:spcBef>
                        <a:tabLst>
                          <a:tab algn="l" pos="0"/>
                        </a:tabLst>
                      </a:pPr>
                      <a:r>
                        <a:rPr b="1" lang="en-US" sz="22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EmpLastName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95000"/>
                        </a:lnSpc>
                        <a:spcBef>
                          <a:spcPts val="879"/>
                        </a:spcBef>
                        <a:tabLst>
                          <a:tab algn="l" pos="0"/>
                        </a:tabLst>
                      </a:pPr>
                      <a:r>
                        <a:rPr b="1" lang="en-US" sz="22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MgrID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95000"/>
                        </a:lnSpc>
                        <a:spcBef>
                          <a:spcPts val="879"/>
                        </a:spcBef>
                        <a:tabLst>
                          <a:tab algn="l" pos="0"/>
                        </a:tabLst>
                      </a:pPr>
                      <a:r>
                        <a:rPr b="1" lang="en-US" sz="22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MgrLastName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  <a:tr h="33048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799"/>
                        </a:spcBef>
                        <a:tabLst>
                          <a:tab algn="l" pos="0"/>
                        </a:tabLst>
                      </a:pPr>
                      <a:r>
                        <a:rPr b="0" lang="en-US" sz="20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Erickson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799"/>
                        </a:spcBef>
                        <a:tabLst>
                          <a:tab algn="l" pos="0"/>
                        </a:tabLst>
                      </a:pPr>
                      <a:r>
                        <a:rPr b="0" lang="bg-BG" sz="20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3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799"/>
                        </a:spcBef>
                        <a:tabLst>
                          <a:tab algn="l" pos="0"/>
                        </a:tabLst>
                      </a:pPr>
                      <a:r>
                        <a:rPr b="0" lang="en-US" sz="20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Tamburello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</a:tr>
              <a:tr h="33048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799"/>
                        </a:spcBef>
                        <a:tabLst>
                          <a:tab algn="l" pos="0"/>
                        </a:tabLst>
                      </a:pPr>
                      <a:r>
                        <a:rPr b="0" lang="en-US" sz="20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Goldberg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799"/>
                        </a:spcBef>
                        <a:tabLst>
                          <a:tab algn="l" pos="0"/>
                        </a:tabLst>
                      </a:pPr>
                      <a:r>
                        <a:rPr b="0" lang="bg-BG" sz="20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3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799"/>
                        </a:spcBef>
                        <a:tabLst>
                          <a:tab algn="l" pos="0"/>
                        </a:tabLst>
                      </a:pPr>
                      <a:r>
                        <a:rPr b="0" lang="en-US" sz="20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Tamburello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</a:tr>
              <a:tr h="33048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799"/>
                        </a:spcBef>
                        <a:tabLst>
                          <a:tab algn="l" pos="0"/>
                        </a:tabLst>
                      </a:pPr>
                      <a:r>
                        <a:rPr b="0" lang="en-US" sz="20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Duffy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799"/>
                        </a:spcBef>
                        <a:tabLst>
                          <a:tab algn="l" pos="0"/>
                        </a:tabLst>
                      </a:pPr>
                      <a:r>
                        <a:rPr b="0" lang="bg-BG" sz="20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109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799"/>
                        </a:spcBef>
                        <a:tabLst>
                          <a:tab algn="l" pos="0"/>
                        </a:tabLst>
                      </a:pPr>
                      <a:r>
                        <a:rPr b="0" lang="en-US" sz="20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Sánchez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</a:tr>
              <a:tr h="33048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799"/>
                        </a:spcBef>
                        <a:tabLst>
                          <a:tab algn="l" pos="0"/>
                        </a:tabLst>
                      </a:pPr>
                      <a:r>
                        <a:rPr b="0" lang="en-US" sz="20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Johnson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799"/>
                        </a:spcBef>
                        <a:tabLst>
                          <a:tab algn="l" pos="0"/>
                        </a:tabLst>
                      </a:pPr>
                      <a:r>
                        <a:rPr b="0" lang="bg-BG" sz="20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185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799"/>
                        </a:spcBef>
                        <a:tabLst>
                          <a:tab algn="l" pos="0"/>
                        </a:tabLst>
                      </a:pPr>
                      <a:r>
                        <a:rPr b="0" lang="en-US" sz="20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Hill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</a:tr>
              <a:tr h="33048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799"/>
                        </a:spcBef>
                        <a:tabLst>
                          <a:tab algn="l" pos="0"/>
                        </a:tabLst>
                      </a:pPr>
                      <a:r>
                        <a:rPr b="0" lang="en-US" sz="20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Higa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799"/>
                        </a:spcBef>
                        <a:tabLst>
                          <a:tab algn="l" pos="0"/>
                        </a:tabLst>
                      </a:pPr>
                      <a:r>
                        <a:rPr b="0" lang="bg-BG" sz="20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185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799"/>
                        </a:spcBef>
                        <a:tabLst>
                          <a:tab algn="l" pos="0"/>
                        </a:tabLst>
                      </a:pPr>
                      <a:r>
                        <a:rPr b="0" lang="en-US" sz="20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Hill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</a:tr>
              <a:tr h="33048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799"/>
                        </a:spcBef>
                        <a:tabLst>
                          <a:tab algn="l" pos="0"/>
                        </a:tabLst>
                      </a:pPr>
                      <a:r>
                        <a:rPr b="0" lang="en-US" sz="20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Ford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799"/>
                        </a:spcBef>
                        <a:tabLst>
                          <a:tab algn="l" pos="0"/>
                        </a:tabLst>
                      </a:pPr>
                      <a:r>
                        <a:rPr b="0" lang="bg-BG" sz="20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185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799"/>
                        </a:spcBef>
                        <a:tabLst>
                          <a:tab algn="l" pos="0"/>
                        </a:tabLst>
                      </a:pPr>
                      <a:r>
                        <a:rPr b="0" lang="en-US" sz="20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Hill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</a:tr>
              <a:tr h="33048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799"/>
                        </a:spcBef>
                        <a:tabLst>
                          <a:tab algn="l" pos="0"/>
                        </a:tabLst>
                      </a:pPr>
                      <a:r>
                        <a:rPr b="0" lang="en-US" sz="20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Maxwell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799"/>
                        </a:spcBef>
                        <a:tabLst>
                          <a:tab algn="l" pos="0"/>
                        </a:tabLst>
                      </a:pPr>
                      <a:r>
                        <a:rPr b="0" lang="bg-BG" sz="20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21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799"/>
                        </a:spcBef>
                        <a:tabLst>
                          <a:tab algn="l" pos="0"/>
                        </a:tabLst>
                      </a:pPr>
                      <a:r>
                        <a:rPr b="0" lang="en-US" sz="20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Krebs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</a:tr>
              <a:tr h="33048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799"/>
                        </a:spcBef>
                        <a:tabLst>
                          <a:tab algn="l" pos="0"/>
                        </a:tabLst>
                      </a:pPr>
                      <a:r>
                        <a:rPr b="0" lang="bg-BG" sz="20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...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799"/>
                        </a:spcBef>
                        <a:tabLst>
                          <a:tab algn="l" pos="0"/>
                        </a:tabLst>
                      </a:pPr>
                      <a:r>
                        <a:rPr b="0" lang="bg-BG" sz="20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...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799"/>
                        </a:spcBef>
                        <a:tabLst>
                          <a:tab algn="l" pos="0"/>
                        </a:tabLst>
                      </a:pPr>
                      <a:r>
                        <a:rPr b="0" lang="bg-BG" sz="20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...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25" name="PlaceHolder 2"/>
          <p:cNvSpPr>
            <a:spLocks noGrp="1"/>
          </p:cNvSpPr>
          <p:nvPr>
            <p:ph type="sldNum" idx="14"/>
          </p:nvPr>
        </p:nvSpPr>
        <p:spPr>
          <a:xfrm>
            <a:off x="11752920" y="6507000"/>
            <a:ext cx="367200" cy="2966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000" spc="-1" strike="noStrike">
                <a:solidFill>
                  <a:srgbClr val="234465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0C8756D-2826-49AC-B1C4-9F034357EC54}" type="slidenum">
              <a:rPr b="0" lang="en-US" sz="1000" spc="-1" strike="noStrike">
                <a:solidFill>
                  <a:srgbClr val="234465"/>
                </a:solidFill>
                <a:latin typeface="Calibri"/>
              </a:rPr>
              <a:t>11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03" dur="indefinite" restart="never" nodeType="tmRoot">
          <p:childTnLst>
            <p:seq>
              <p:cTn id="104" dur="indefinite" nodeType="mainSeq">
                <p:childTnLst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PlaceHolder 1"/>
          <p:cNvSpPr>
            <a:spLocks noGrp="1"/>
          </p:cNvSpPr>
          <p:nvPr>
            <p:ph/>
          </p:nvPr>
        </p:nvSpPr>
        <p:spPr>
          <a:xfrm>
            <a:off x="1676520" y="1066680"/>
            <a:ext cx="10325520" cy="554616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36000" bIns="36000" anchor="t">
            <a:normAutofit/>
          </a:bodyPr>
          <a:p>
            <a:pPr lvl="1" marL="803160" indent="-36036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224464"/>
              </a:buClr>
              <a:buFont typeface="Wingdings" charset="2"/>
              <a:buChar char=""/>
            </a:pPr>
            <a:r>
              <a:rPr b="0" lang="ru-RU" sz="3600" spc="-1" strike="noStrike">
                <a:solidFill>
                  <a:srgbClr val="224464"/>
                </a:solidFill>
                <a:latin typeface="Calibri"/>
              </a:rPr>
              <a:t>Връща резултатите от вътрешното съединяване </a:t>
            </a:r>
            <a:r>
              <a:rPr b="0" lang="en-US" sz="3600" spc="-1" strike="noStrike">
                <a:solidFill>
                  <a:srgbClr val="224464"/>
                </a:solidFill>
                <a:latin typeface="Calibri"/>
              </a:rPr>
              <a:t>(</a:t>
            </a:r>
            <a:r>
              <a:rPr b="1" lang="en-US" sz="3600" spc="-1" strike="noStrike">
                <a:solidFill>
                  <a:srgbClr val="bf7800"/>
                </a:solidFill>
                <a:latin typeface="Consolas"/>
              </a:rPr>
              <a:t>INNER JOIN</a:t>
            </a:r>
            <a:r>
              <a:rPr b="0" lang="en-US" sz="3600" spc="-1" strike="noStrike">
                <a:solidFill>
                  <a:srgbClr val="224464"/>
                </a:solidFill>
                <a:latin typeface="Calibri"/>
              </a:rPr>
              <a:t>)</a:t>
            </a:r>
            <a:r>
              <a:rPr b="0" lang="ru-RU" sz="3600" spc="-1" strike="noStrike">
                <a:solidFill>
                  <a:srgbClr val="224464"/>
                </a:solidFill>
                <a:latin typeface="Calibri"/>
              </a:rPr>
              <a:t>, както и </a:t>
            </a:r>
            <a:r>
              <a:rPr b="1" lang="ru-RU" sz="3600" spc="-1" strike="noStrike">
                <a:solidFill>
                  <a:srgbClr val="bf7800"/>
                </a:solidFill>
                <a:latin typeface="Calibri"/>
              </a:rPr>
              <a:t>несъвпадащите </a:t>
            </a:r>
            <a:r>
              <a:rPr b="0" lang="ru-RU" sz="3600" spc="-1" strike="noStrike">
                <a:solidFill>
                  <a:srgbClr val="224464"/>
                </a:solidFill>
                <a:latin typeface="Calibri"/>
              </a:rPr>
              <a:t>редове от </a:t>
            </a:r>
            <a:r>
              <a:rPr b="1" lang="ru-RU" sz="3600" spc="-1" strike="noStrike">
                <a:solidFill>
                  <a:srgbClr val="bf7800"/>
                </a:solidFill>
                <a:latin typeface="Calibri"/>
              </a:rPr>
              <a:t>лявата таблица</a:t>
            </a:r>
            <a:endParaRPr b="0" lang="en-US" sz="3600" spc="-1" strike="noStrike">
              <a:solidFill>
                <a:srgbClr val="234465"/>
              </a:solidFill>
              <a:latin typeface="Calibri"/>
            </a:endParaRPr>
          </a:p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600" spc="-1" strike="noStrike">
              <a:solidFill>
                <a:srgbClr val="234465"/>
              </a:solidFill>
              <a:latin typeface="Calibri"/>
            </a:endParaRPr>
          </a:p>
          <a:p>
            <a:pPr indent="0">
              <a:lnSpc>
                <a:spcPct val="105000"/>
              </a:lnSpc>
              <a:spcBef>
                <a:spcPts val="601"/>
              </a:spcBef>
              <a:spcAft>
                <a:spcPts val="601"/>
              </a:spcAft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327" name="PlaceHolder 2"/>
          <p:cNvSpPr>
            <a:spLocks noGrp="1"/>
          </p:cNvSpPr>
          <p:nvPr>
            <p:ph type="title"/>
          </p:nvPr>
        </p:nvSpPr>
        <p:spPr>
          <a:xfrm>
            <a:off x="1297080" y="100800"/>
            <a:ext cx="9163800" cy="88236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36000" bIns="3600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1" lang="en-US" sz="4000" spc="-1" strike="noStrike">
                <a:solidFill>
                  <a:srgbClr val="234465"/>
                </a:solidFill>
                <a:latin typeface="Calibri"/>
              </a:rPr>
              <a:t>LEFT OUTER JOIN</a:t>
            </a:r>
            <a:endParaRPr b="0" lang="en-US" sz="4000" spc="-1" strike="noStrike">
              <a:solidFill>
                <a:srgbClr val="234465"/>
              </a:solidFill>
              <a:latin typeface="Calibri"/>
            </a:endParaRPr>
          </a:p>
        </p:txBody>
      </p:sp>
      <p:pic>
        <p:nvPicPr>
          <p:cNvPr id="328" name="Picture 4" descr="SQL Joins: A Guide That Makes It Stupid - Simple - RUCHITA SALUJA"/>
          <p:cNvPicPr/>
          <p:nvPr/>
        </p:nvPicPr>
        <p:blipFill>
          <a:blip r:embed="rId1"/>
          <a:stretch/>
        </p:blipFill>
        <p:spPr>
          <a:xfrm>
            <a:off x="3733920" y="3352680"/>
            <a:ext cx="4723920" cy="2722320"/>
          </a:xfrm>
          <a:prstGeom prst="rect">
            <a:avLst/>
          </a:prstGeom>
          <a:ln w="0">
            <a:noFill/>
          </a:ln>
        </p:spPr>
      </p:pic>
      <p:sp>
        <p:nvSpPr>
          <p:cNvPr id="329" name="Slide Number"/>
          <p:cNvSpPr/>
          <p:nvPr/>
        </p:nvSpPr>
        <p:spPr>
          <a:xfrm>
            <a:off x="11752920" y="6507000"/>
            <a:ext cx="367200" cy="29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B318BED0-019D-46E4-9728-B39BAB97111E}" type="slidenum">
              <a:rPr b="0" lang="en-US" sz="1000" spc="-1" strike="noStrike">
                <a:solidFill>
                  <a:srgbClr val="234465"/>
                </a:solidFill>
                <a:latin typeface="Calibri"/>
              </a:rPr>
              <a:t>14</a:t>
            </a:fld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advTm="5000" p14:dur="2000"/>
    </mc:Choice>
    <mc:Fallback>
      <p:transition spd="slow" advTm="5000"/>
    </mc:Fallback>
  </mc:AlternateContent>
  <p:timing>
    <p:tnLst>
      <p:par>
        <p:cTn id="109" dur="indefinite" restart="never" nodeType="tmRoot">
          <p:childTnLst>
            <p:seq>
              <p:cTn id="110" dur="indefinite" nodeType="mainSeq">
                <p:childTnLst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36000" bIns="3600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1" lang="en-US" sz="4000" spc="-1" strike="noStrike">
                <a:solidFill>
                  <a:srgbClr val="ffffff"/>
                </a:solidFill>
                <a:latin typeface="Calibri"/>
              </a:rPr>
              <a:t>LEFT OUTER JOIN – </a:t>
            </a:r>
            <a:r>
              <a:rPr b="1" lang="bg-BG" sz="4000" spc="-1" strike="noStrike">
                <a:solidFill>
                  <a:srgbClr val="ffffff"/>
                </a:solidFill>
                <a:latin typeface="Calibri"/>
              </a:rPr>
              <a:t>Пример</a:t>
            </a:r>
            <a:endParaRPr b="0" lang="en-US" sz="40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331" name="Rectangle 3"/>
          <p:cNvSpPr/>
          <p:nvPr/>
        </p:nvSpPr>
        <p:spPr>
          <a:xfrm>
            <a:off x="1295280" y="1295280"/>
            <a:ext cx="9595800" cy="1552680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rgbClr val="67748e">
                <a:lumMod val="60000"/>
                <a:lumOff val="4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2400" spc="-1" strike="noStrike">
                <a:solidFill>
                  <a:srgbClr val="bf7800"/>
                </a:solidFill>
                <a:latin typeface="Consolas"/>
              </a:rPr>
              <a:t>SELECT </a:t>
            </a:r>
            <a:r>
              <a:rPr b="1" lang="en-US" sz="2400" spc="-1" strike="noStrike">
                <a:solidFill>
                  <a:srgbClr val="224464"/>
                </a:solidFill>
                <a:latin typeface="Consolas"/>
              </a:rPr>
              <a:t>e.LastName EmpLastName,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2400" spc="-1" strike="noStrike">
                <a:solidFill>
                  <a:srgbClr val="224464"/>
                </a:solidFill>
                <a:latin typeface="Consolas"/>
              </a:rPr>
              <a:t>       </a:t>
            </a:r>
            <a:r>
              <a:rPr b="1" lang="en-US" sz="2400" spc="-1" strike="noStrike">
                <a:solidFill>
                  <a:srgbClr val="224464"/>
                </a:solidFill>
                <a:latin typeface="Consolas"/>
              </a:rPr>
              <a:t>m.EmployeeID MgrID, m.LastName MgrLastName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2400" spc="-1" strike="noStrike">
                <a:solidFill>
                  <a:srgbClr val="bf7800"/>
                </a:solidFill>
                <a:latin typeface="Consolas"/>
              </a:rPr>
              <a:t>FROM </a:t>
            </a:r>
            <a:r>
              <a:rPr b="1" lang="en-US" sz="2400" spc="-1" strike="noStrike">
                <a:solidFill>
                  <a:srgbClr val="224464"/>
                </a:solidFill>
                <a:latin typeface="Consolas"/>
              </a:rPr>
              <a:t>Employees e </a:t>
            </a:r>
            <a:r>
              <a:rPr b="1" lang="en-US" sz="2400" spc="-1" strike="noStrike">
                <a:solidFill>
                  <a:srgbClr val="bf7800"/>
                </a:solidFill>
                <a:latin typeface="Consolas"/>
              </a:rPr>
              <a:t>LEFT OUTER JOIN </a:t>
            </a:r>
            <a:r>
              <a:rPr b="1" lang="en-US" sz="2400" spc="-1" strike="noStrike">
                <a:solidFill>
                  <a:srgbClr val="224464"/>
                </a:solidFill>
                <a:latin typeface="Consolas"/>
              </a:rPr>
              <a:t>Employees m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2400" spc="-1" strike="noStrike">
                <a:solidFill>
                  <a:srgbClr val="224464"/>
                </a:solidFill>
                <a:latin typeface="Consolas"/>
              </a:rPr>
              <a:t>  </a:t>
            </a:r>
            <a:r>
              <a:rPr b="1" lang="en-US" sz="2400" spc="-1" strike="noStrike">
                <a:solidFill>
                  <a:srgbClr val="bf7800"/>
                </a:solidFill>
                <a:latin typeface="Consolas"/>
              </a:rPr>
              <a:t>ON </a:t>
            </a:r>
            <a:r>
              <a:rPr b="1" lang="en-US" sz="2400" spc="-1" strike="noStrike">
                <a:solidFill>
                  <a:srgbClr val="224464"/>
                </a:solidFill>
                <a:latin typeface="Consolas"/>
              </a:rPr>
              <a:t>e.ManagerID = m.EmployeeID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332" name="Group 4"/>
          <p:cNvGraphicFramePr/>
          <p:nvPr/>
        </p:nvGraphicFramePr>
        <p:xfrm>
          <a:off x="1295280" y="3124080"/>
          <a:ext cx="9603360" cy="3459960"/>
        </p:xfrm>
        <a:graphic>
          <a:graphicData uri="http://schemas.openxmlformats.org/drawingml/2006/table">
            <a:tbl>
              <a:tblPr/>
              <a:tblGrid>
                <a:gridCol w="3002040"/>
                <a:gridCol w="2948400"/>
                <a:gridCol w="3652560"/>
              </a:tblGrid>
              <a:tr h="34272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95000"/>
                        </a:lnSpc>
                        <a:spcBef>
                          <a:spcPts val="879"/>
                        </a:spcBef>
                        <a:tabLst>
                          <a:tab algn="l" pos="0"/>
                        </a:tabLst>
                      </a:pPr>
                      <a:r>
                        <a:rPr b="1" lang="en-US" sz="22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EmpLastName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95000"/>
                        </a:lnSpc>
                        <a:spcBef>
                          <a:spcPts val="879"/>
                        </a:spcBef>
                        <a:tabLst>
                          <a:tab algn="l" pos="0"/>
                        </a:tabLst>
                      </a:pPr>
                      <a:r>
                        <a:rPr b="1" lang="en-US" sz="22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MgrID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95000"/>
                        </a:lnSpc>
                        <a:spcBef>
                          <a:spcPts val="879"/>
                        </a:spcBef>
                        <a:tabLst>
                          <a:tab algn="l" pos="0"/>
                        </a:tabLst>
                      </a:pPr>
                      <a:r>
                        <a:rPr b="1" lang="en-US" sz="22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MgrLastName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  <a:tr h="34272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799"/>
                        </a:spcBef>
                        <a:tabLst>
                          <a:tab algn="l" pos="0"/>
                        </a:tabLst>
                      </a:pPr>
                      <a:r>
                        <a:rPr b="0" lang="en-US" sz="20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Sánchez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799"/>
                        </a:spcBef>
                        <a:tabLst>
                          <a:tab algn="l" pos="0"/>
                        </a:tabLst>
                      </a:pPr>
                      <a:r>
                        <a:rPr b="0" lang="en-US" sz="20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NULL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799"/>
                        </a:spcBef>
                        <a:tabLst>
                          <a:tab algn="l" pos="0"/>
                        </a:tabLst>
                      </a:pPr>
                      <a:r>
                        <a:rPr b="0" lang="en-US" sz="20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NULL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</a:tr>
              <a:tr h="34272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799"/>
                        </a:spcBef>
                        <a:tabLst>
                          <a:tab algn="l" pos="0"/>
                        </a:tabLst>
                      </a:pPr>
                      <a:r>
                        <a:rPr b="0" lang="en-US" sz="20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Benshoof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799"/>
                        </a:spcBef>
                        <a:tabLst>
                          <a:tab algn="l" pos="0"/>
                        </a:tabLst>
                      </a:pPr>
                      <a:r>
                        <a:rPr b="0" lang="bg-BG" sz="20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6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799"/>
                        </a:spcBef>
                        <a:tabLst>
                          <a:tab algn="l" pos="0"/>
                        </a:tabLst>
                      </a:pPr>
                      <a:r>
                        <a:rPr b="0" lang="en-US" sz="20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Bradley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</a:tr>
              <a:tr h="34272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799"/>
                        </a:spcBef>
                        <a:tabLst>
                          <a:tab algn="l" pos="0"/>
                        </a:tabLst>
                      </a:pPr>
                      <a:r>
                        <a:rPr b="0" lang="en-US" sz="20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Miller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799"/>
                        </a:spcBef>
                        <a:tabLst>
                          <a:tab algn="l" pos="0"/>
                        </a:tabLst>
                      </a:pPr>
                      <a:r>
                        <a:rPr b="0" lang="en-US" sz="20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14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799"/>
                        </a:spcBef>
                        <a:tabLst>
                          <a:tab algn="l" pos="0"/>
                        </a:tabLst>
                      </a:pPr>
                      <a:r>
                        <a:rPr b="0" lang="en-US" sz="20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Maxwell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</a:tr>
              <a:tr h="34272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799"/>
                        </a:spcBef>
                        <a:tabLst>
                          <a:tab algn="l" pos="0"/>
                        </a:tabLst>
                      </a:pPr>
                      <a:r>
                        <a:rPr b="0" lang="en-US" sz="20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Okelberry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799"/>
                        </a:spcBef>
                        <a:tabLst>
                          <a:tab algn="l" pos="0"/>
                        </a:tabLst>
                      </a:pPr>
                      <a:r>
                        <a:rPr b="0" lang="en-US" sz="20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16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799"/>
                        </a:spcBef>
                        <a:tabLst>
                          <a:tab algn="l" pos="0"/>
                        </a:tabLst>
                      </a:pPr>
                      <a:r>
                        <a:rPr b="0" lang="en-US" sz="20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Brown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</a:tr>
              <a:tr h="33480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799"/>
                        </a:spcBef>
                        <a:tabLst>
                          <a:tab algn="l" pos="0"/>
                        </a:tabLst>
                      </a:pPr>
                      <a:r>
                        <a:rPr b="0" lang="bg-BG" sz="20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Hill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799"/>
                        </a:spcBef>
                        <a:tabLst>
                          <a:tab algn="l" pos="0"/>
                        </a:tabLst>
                      </a:pPr>
                      <a:r>
                        <a:rPr b="0" lang="bg-BG" sz="20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25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799"/>
                        </a:spcBef>
                        <a:tabLst>
                          <a:tab algn="l" pos="0"/>
                        </a:tabLst>
                      </a:pPr>
                      <a:r>
                        <a:rPr b="0" lang="bg-BG" sz="20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Mu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</a:tr>
              <a:tr h="34272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799"/>
                        </a:spcBef>
                        <a:tabLst>
                          <a:tab algn="l" pos="0"/>
                        </a:tabLst>
                      </a:pPr>
                      <a:r>
                        <a:rPr b="0" lang="bg-BG" sz="20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Frum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799"/>
                        </a:spcBef>
                        <a:tabLst>
                          <a:tab algn="l" pos="0"/>
                        </a:tabLst>
                      </a:pPr>
                      <a:r>
                        <a:rPr b="0" lang="bg-BG" sz="20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184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799"/>
                        </a:spcBef>
                        <a:tabLst>
                          <a:tab algn="l" pos="0"/>
                        </a:tabLst>
                      </a:pPr>
                      <a:r>
                        <a:rPr b="0" lang="bg-BG" sz="20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Richins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</a:tr>
              <a:tr h="34272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799"/>
                        </a:spcBef>
                        <a:tabLst>
                          <a:tab algn="l" pos="0"/>
                        </a:tabLst>
                      </a:pPr>
                      <a:r>
                        <a:rPr b="0" lang="bg-BG" sz="20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Culbertson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799"/>
                        </a:spcBef>
                        <a:tabLst>
                          <a:tab algn="l" pos="0"/>
                        </a:tabLst>
                      </a:pPr>
                      <a:r>
                        <a:rPr b="0" lang="bg-BG" sz="20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30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799"/>
                        </a:spcBef>
                        <a:tabLst>
                          <a:tab algn="l" pos="0"/>
                        </a:tabLst>
                      </a:pPr>
                      <a:r>
                        <a:rPr b="0" lang="bg-BG" sz="20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Barreto de Mattos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</a:tr>
              <a:tr h="34272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799"/>
                        </a:spcBef>
                        <a:tabLst>
                          <a:tab algn="l" pos="0"/>
                        </a:tabLst>
                      </a:pPr>
                      <a:r>
                        <a:rPr b="0" lang="bg-BG" sz="20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...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799"/>
                        </a:spcBef>
                        <a:tabLst>
                          <a:tab algn="l" pos="0"/>
                        </a:tabLst>
                      </a:pPr>
                      <a:r>
                        <a:rPr b="0" lang="bg-BG" sz="20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...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799"/>
                        </a:spcBef>
                        <a:tabLst>
                          <a:tab algn="l" pos="0"/>
                        </a:tabLst>
                      </a:pPr>
                      <a:r>
                        <a:rPr b="0" lang="bg-BG" sz="20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...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33" name="PlaceHolder 2"/>
          <p:cNvSpPr>
            <a:spLocks noGrp="1"/>
          </p:cNvSpPr>
          <p:nvPr>
            <p:ph type="sldNum" idx="15"/>
          </p:nvPr>
        </p:nvSpPr>
        <p:spPr>
          <a:xfrm>
            <a:off x="11752920" y="6507000"/>
            <a:ext cx="367200" cy="2966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000" spc="-1" strike="noStrike">
                <a:solidFill>
                  <a:srgbClr val="234465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B4C9475F-B5FF-4AE0-9F19-C1D9B8ACC10E}" type="slidenum">
              <a:rPr b="0" lang="en-US" sz="1000" spc="-1" strike="noStrike">
                <a:solidFill>
                  <a:srgbClr val="234465"/>
                </a:solidFill>
                <a:latin typeface="Calibri"/>
              </a:rPr>
              <a:t>14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15" dur="indefinite" restart="never" nodeType="tmRoot">
          <p:childTnLst>
            <p:seq>
              <p:cTn id="116" dur="indefinite" nodeType="mainSeq">
                <p:childTnLst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PlaceHolder 1"/>
          <p:cNvSpPr>
            <a:spLocks noGrp="1"/>
          </p:cNvSpPr>
          <p:nvPr>
            <p:ph/>
          </p:nvPr>
        </p:nvSpPr>
        <p:spPr>
          <a:xfrm>
            <a:off x="1676520" y="1066680"/>
            <a:ext cx="10325520" cy="554616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36000" bIns="36000" anchor="t">
            <a:normAutofit/>
          </a:bodyPr>
          <a:p>
            <a:pPr lvl="1" marL="803160" indent="-36036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224464"/>
              </a:buClr>
              <a:buFont typeface="Wingdings" charset="2"/>
              <a:buChar char=""/>
            </a:pPr>
            <a:r>
              <a:rPr b="0" lang="bg-BG" sz="3600" spc="-1" strike="noStrike">
                <a:solidFill>
                  <a:srgbClr val="224464"/>
                </a:solidFill>
                <a:latin typeface="Calibri"/>
              </a:rPr>
              <a:t>Работи като </a:t>
            </a:r>
            <a:r>
              <a:rPr b="1" lang="en-US" sz="3600" spc="-1" strike="noStrike">
                <a:solidFill>
                  <a:srgbClr val="bf7800"/>
                </a:solidFill>
                <a:latin typeface="Consolas"/>
              </a:rPr>
              <a:t>LEFT OUTER JOIN</a:t>
            </a:r>
            <a:endParaRPr b="0" lang="en-US" sz="3600" spc="-1" strike="noStrike">
              <a:solidFill>
                <a:srgbClr val="234465"/>
              </a:solidFill>
              <a:latin typeface="Calibri"/>
            </a:endParaRPr>
          </a:p>
          <a:p>
            <a:pPr lvl="1" marL="803160" indent="-36036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224464"/>
              </a:buClr>
              <a:buFont typeface="Wingdings" charset="2"/>
              <a:buChar char=""/>
            </a:pPr>
            <a:r>
              <a:rPr b="0" lang="ru-RU" sz="3600" spc="-1" strike="noStrike">
                <a:solidFill>
                  <a:srgbClr val="224464"/>
                </a:solidFill>
                <a:latin typeface="Calibri"/>
              </a:rPr>
              <a:t>Връща резултатите от вътрешното съединяване </a:t>
            </a:r>
            <a:r>
              <a:rPr b="0" lang="en-US" sz="3600" spc="-1" strike="noStrike">
                <a:solidFill>
                  <a:srgbClr val="224464"/>
                </a:solidFill>
                <a:latin typeface="Calibri"/>
              </a:rPr>
              <a:t>(</a:t>
            </a:r>
            <a:r>
              <a:rPr b="1" lang="en-US" sz="3600" spc="-1" strike="noStrike">
                <a:solidFill>
                  <a:srgbClr val="bf7800"/>
                </a:solidFill>
                <a:latin typeface="Consolas"/>
              </a:rPr>
              <a:t>INNER JOIN</a:t>
            </a:r>
            <a:r>
              <a:rPr b="0" lang="en-US" sz="3600" spc="-1" strike="noStrike">
                <a:solidFill>
                  <a:srgbClr val="224464"/>
                </a:solidFill>
                <a:latin typeface="Calibri"/>
              </a:rPr>
              <a:t>)</a:t>
            </a:r>
            <a:r>
              <a:rPr b="0" lang="ru-RU" sz="3600" spc="-1" strike="noStrike">
                <a:solidFill>
                  <a:srgbClr val="224464"/>
                </a:solidFill>
                <a:latin typeface="Calibri"/>
              </a:rPr>
              <a:t>, както и </a:t>
            </a:r>
            <a:r>
              <a:rPr b="1" lang="ru-RU" sz="3600" spc="-1" strike="noStrike">
                <a:solidFill>
                  <a:srgbClr val="bf7800"/>
                </a:solidFill>
                <a:latin typeface="Calibri"/>
              </a:rPr>
              <a:t>несъвпадащите </a:t>
            </a:r>
            <a:r>
              <a:rPr b="0" lang="ru-RU" sz="3600" spc="-1" strike="noStrike">
                <a:solidFill>
                  <a:srgbClr val="224464"/>
                </a:solidFill>
                <a:latin typeface="Calibri"/>
              </a:rPr>
              <a:t>редове от дясната таблица</a:t>
            </a:r>
            <a:endParaRPr b="0" lang="en-US" sz="3600" spc="-1" strike="noStrike">
              <a:solidFill>
                <a:srgbClr val="234465"/>
              </a:solidFill>
              <a:latin typeface="Calibri"/>
            </a:endParaRPr>
          </a:p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600" spc="-1" strike="noStrike">
              <a:solidFill>
                <a:srgbClr val="234465"/>
              </a:solidFill>
              <a:latin typeface="Calibri"/>
            </a:endParaRPr>
          </a:p>
          <a:p>
            <a:pPr indent="0">
              <a:lnSpc>
                <a:spcPct val="105000"/>
              </a:lnSpc>
              <a:spcBef>
                <a:spcPts val="601"/>
              </a:spcBef>
              <a:spcAft>
                <a:spcPts val="601"/>
              </a:spcAft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335" name="PlaceHolder 2"/>
          <p:cNvSpPr>
            <a:spLocks noGrp="1"/>
          </p:cNvSpPr>
          <p:nvPr>
            <p:ph type="title"/>
          </p:nvPr>
        </p:nvSpPr>
        <p:spPr>
          <a:xfrm>
            <a:off x="1297080" y="100800"/>
            <a:ext cx="9163800" cy="88236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36000" bIns="3600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1" lang="en-US" sz="4000" spc="-1" strike="noStrike">
                <a:solidFill>
                  <a:srgbClr val="234465"/>
                </a:solidFill>
                <a:latin typeface="Calibri"/>
              </a:rPr>
              <a:t>RIGHT OUTER JOIN</a:t>
            </a:r>
            <a:endParaRPr b="0" lang="en-US" sz="4000" spc="-1" strike="noStrike">
              <a:solidFill>
                <a:srgbClr val="234465"/>
              </a:solidFill>
              <a:latin typeface="Calibri"/>
            </a:endParaRPr>
          </a:p>
        </p:txBody>
      </p:sp>
      <p:pic>
        <p:nvPicPr>
          <p:cNvPr id="336" name="Picture 9" descr="image-removebg-preview.png"/>
          <p:cNvPicPr/>
          <p:nvPr/>
        </p:nvPicPr>
        <p:blipFill>
          <a:blip r:embed="rId1"/>
          <a:stretch/>
        </p:blipFill>
        <p:spPr>
          <a:xfrm>
            <a:off x="4229280" y="3886200"/>
            <a:ext cx="3733560" cy="2329560"/>
          </a:xfrm>
          <a:prstGeom prst="rect">
            <a:avLst/>
          </a:prstGeom>
          <a:ln w="0">
            <a:noFill/>
          </a:ln>
        </p:spPr>
      </p:pic>
      <p:sp>
        <p:nvSpPr>
          <p:cNvPr id="337" name="Slide Number"/>
          <p:cNvSpPr/>
          <p:nvPr/>
        </p:nvSpPr>
        <p:spPr>
          <a:xfrm>
            <a:off x="11752920" y="6507000"/>
            <a:ext cx="367200" cy="29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0AEBF6E9-860A-4F84-BD9E-FBB1C96C2025}" type="slidenum">
              <a:rPr b="0" lang="en-US" sz="1000" spc="-1" strike="noStrike">
                <a:solidFill>
                  <a:srgbClr val="234465"/>
                </a:solidFill>
                <a:latin typeface="Calibri"/>
              </a:rPr>
              <a:t>16</a:t>
            </a:fld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advTm="5000" p14:dur="2000"/>
    </mc:Choice>
    <mc:Fallback>
      <p:transition spd="slow" advTm="5000"/>
    </mc:Fallback>
  </mc:AlternateContent>
  <p:timing>
    <p:tnLst>
      <p:par>
        <p:cTn id="121" dur="indefinite" restart="never" nodeType="tmRoot">
          <p:childTnLst>
            <p:seq>
              <p:cTn id="122" dur="indefinite" nodeType="mainSeq">
                <p:childTnLst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36000" bIns="3600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1" lang="en-US" sz="4000" spc="-1" strike="noStrike">
                <a:solidFill>
                  <a:srgbClr val="ffffff"/>
                </a:solidFill>
                <a:latin typeface="Calibri"/>
              </a:rPr>
              <a:t>RIGHT OUTER JOIN – </a:t>
            </a:r>
            <a:r>
              <a:rPr b="1" lang="bg-BG" sz="4000" spc="-1" strike="noStrike">
                <a:solidFill>
                  <a:srgbClr val="ffffff"/>
                </a:solidFill>
                <a:latin typeface="Calibri"/>
              </a:rPr>
              <a:t>Пример</a:t>
            </a:r>
            <a:endParaRPr b="0" lang="en-US" sz="40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339" name="Rectangle 3"/>
          <p:cNvSpPr/>
          <p:nvPr/>
        </p:nvSpPr>
        <p:spPr>
          <a:xfrm>
            <a:off x="1295280" y="1295280"/>
            <a:ext cx="9595800" cy="1552680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rgbClr val="67748e">
                <a:lumMod val="60000"/>
                <a:lumOff val="4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2400" spc="-1" strike="noStrike">
                <a:solidFill>
                  <a:srgbClr val="bf7800"/>
                </a:solidFill>
                <a:latin typeface="Consolas"/>
              </a:rPr>
              <a:t>SELECT </a:t>
            </a:r>
            <a:r>
              <a:rPr b="1" lang="en-US" sz="2400" spc="-1" strike="noStrike">
                <a:solidFill>
                  <a:srgbClr val="224464"/>
                </a:solidFill>
                <a:latin typeface="Consolas"/>
              </a:rPr>
              <a:t>e.LastName EmpLastName,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2400" spc="-1" strike="noStrike">
                <a:solidFill>
                  <a:srgbClr val="224464"/>
                </a:solidFill>
                <a:latin typeface="Consolas"/>
              </a:rPr>
              <a:t>       </a:t>
            </a:r>
            <a:r>
              <a:rPr b="1" lang="en-US" sz="2400" spc="-1" strike="noStrike">
                <a:solidFill>
                  <a:srgbClr val="224464"/>
                </a:solidFill>
                <a:latin typeface="Consolas"/>
              </a:rPr>
              <a:t>m.EmployeeID MgrID, m.LastName MgrLastName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2400" spc="-1" strike="noStrike">
                <a:solidFill>
                  <a:srgbClr val="bf7800"/>
                </a:solidFill>
                <a:latin typeface="Consolas"/>
              </a:rPr>
              <a:t>FROM </a:t>
            </a:r>
            <a:r>
              <a:rPr b="1" lang="en-US" sz="2400" spc="-1" strike="noStrike">
                <a:solidFill>
                  <a:srgbClr val="224464"/>
                </a:solidFill>
                <a:latin typeface="Consolas"/>
              </a:rPr>
              <a:t>Employees e </a:t>
            </a:r>
            <a:r>
              <a:rPr b="1" lang="en-US" sz="2400" spc="-1" strike="noStrike">
                <a:solidFill>
                  <a:srgbClr val="bf7800"/>
                </a:solidFill>
                <a:latin typeface="Consolas"/>
              </a:rPr>
              <a:t>RIGHT OUTER JOIN </a:t>
            </a:r>
            <a:r>
              <a:rPr b="1" lang="en-US" sz="2400" spc="-1" strike="noStrike">
                <a:solidFill>
                  <a:srgbClr val="224464"/>
                </a:solidFill>
                <a:latin typeface="Consolas"/>
              </a:rPr>
              <a:t>Employees m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2400" spc="-1" strike="noStrike">
                <a:solidFill>
                  <a:srgbClr val="224464"/>
                </a:solidFill>
                <a:latin typeface="Consolas"/>
              </a:rPr>
              <a:t>  </a:t>
            </a:r>
            <a:r>
              <a:rPr b="1" lang="en-US" sz="2400" spc="-1" strike="noStrike">
                <a:solidFill>
                  <a:srgbClr val="bf7800"/>
                </a:solidFill>
                <a:latin typeface="Consolas"/>
              </a:rPr>
              <a:t>ON </a:t>
            </a:r>
            <a:r>
              <a:rPr b="1" lang="en-US" sz="2400" spc="-1" strike="noStrike">
                <a:solidFill>
                  <a:srgbClr val="224464"/>
                </a:solidFill>
                <a:latin typeface="Consolas"/>
              </a:rPr>
              <a:t>e.ManagerID = m.EmployeeID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340" name="Group 4"/>
          <p:cNvGraphicFramePr/>
          <p:nvPr/>
        </p:nvGraphicFramePr>
        <p:xfrm>
          <a:off x="1295280" y="3124080"/>
          <a:ext cx="9603360" cy="3459960"/>
        </p:xfrm>
        <a:graphic>
          <a:graphicData uri="http://schemas.openxmlformats.org/drawingml/2006/table">
            <a:tbl>
              <a:tblPr/>
              <a:tblGrid>
                <a:gridCol w="3002040"/>
                <a:gridCol w="2948400"/>
                <a:gridCol w="3652560"/>
              </a:tblGrid>
              <a:tr h="34272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95000"/>
                        </a:lnSpc>
                        <a:spcBef>
                          <a:spcPts val="879"/>
                        </a:spcBef>
                        <a:tabLst>
                          <a:tab algn="l" pos="0"/>
                        </a:tabLst>
                      </a:pPr>
                      <a:r>
                        <a:rPr b="1" lang="en-US" sz="22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EmpLastName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95000"/>
                        </a:lnSpc>
                        <a:spcBef>
                          <a:spcPts val="879"/>
                        </a:spcBef>
                        <a:tabLst>
                          <a:tab algn="l" pos="0"/>
                        </a:tabLst>
                      </a:pPr>
                      <a:r>
                        <a:rPr b="1" lang="en-US" sz="22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MgrID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95000"/>
                        </a:lnSpc>
                        <a:spcBef>
                          <a:spcPts val="879"/>
                        </a:spcBef>
                        <a:tabLst>
                          <a:tab algn="l" pos="0"/>
                        </a:tabLst>
                      </a:pPr>
                      <a:r>
                        <a:rPr b="1" lang="en-US" sz="22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MgrLastName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  <a:tr h="34272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799"/>
                        </a:spcBef>
                        <a:tabLst>
                          <a:tab algn="l" pos="0"/>
                        </a:tabLst>
                      </a:pPr>
                      <a:r>
                        <a:rPr b="0" lang="en-US" sz="20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Lertpiriyasuwat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799"/>
                        </a:spcBef>
                        <a:tabLst>
                          <a:tab algn="l" pos="0"/>
                        </a:tabLst>
                      </a:pPr>
                      <a:r>
                        <a:rPr b="0" lang="bg-BG" sz="20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38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799"/>
                        </a:spcBef>
                        <a:tabLst>
                          <a:tab algn="l" pos="0"/>
                        </a:tabLst>
                      </a:pPr>
                      <a:r>
                        <a:rPr b="0" lang="en-US" sz="20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Liu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</a:tr>
              <a:tr h="34272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799"/>
                        </a:spcBef>
                        <a:tabLst>
                          <a:tab algn="l" pos="0"/>
                        </a:tabLst>
                      </a:pPr>
                      <a:r>
                        <a:rPr b="0" lang="bg-BG" sz="20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NULL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799"/>
                        </a:spcBef>
                        <a:tabLst>
                          <a:tab algn="l" pos="0"/>
                        </a:tabLst>
                      </a:pPr>
                      <a:r>
                        <a:rPr b="0" lang="bg-BG" sz="20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39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799"/>
                        </a:spcBef>
                        <a:tabLst>
                          <a:tab algn="l" pos="0"/>
                        </a:tabLst>
                      </a:pPr>
                      <a:r>
                        <a:rPr b="0" lang="en-US" sz="20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Hines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</a:tr>
              <a:tr h="34272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799"/>
                        </a:spcBef>
                        <a:tabLst>
                          <a:tab algn="l" pos="0"/>
                        </a:tabLst>
                      </a:pPr>
                      <a:r>
                        <a:rPr b="0" lang="bg-BG" sz="20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NULL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799"/>
                        </a:spcBef>
                        <a:tabLst>
                          <a:tab algn="l" pos="0"/>
                        </a:tabLst>
                      </a:pPr>
                      <a:r>
                        <a:rPr b="0" lang="bg-BG" sz="20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40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799"/>
                        </a:spcBef>
                        <a:tabLst>
                          <a:tab algn="l" pos="0"/>
                        </a:tabLst>
                      </a:pPr>
                      <a:r>
                        <a:rPr b="0" lang="en-US" sz="20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McKay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</a:tr>
              <a:tr h="34272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799"/>
                        </a:spcBef>
                        <a:tabLst>
                          <a:tab algn="l" pos="0"/>
                        </a:tabLst>
                      </a:pPr>
                      <a:r>
                        <a:rPr b="0" lang="en-US" sz="20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Berglund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799"/>
                        </a:spcBef>
                        <a:tabLst>
                          <a:tab algn="l" pos="0"/>
                        </a:tabLst>
                      </a:pPr>
                      <a:r>
                        <a:rPr b="0" lang="bg-BG" sz="20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41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799"/>
                        </a:spcBef>
                        <a:tabLst>
                          <a:tab algn="l" pos="0"/>
                        </a:tabLst>
                      </a:pPr>
                      <a:r>
                        <a:rPr b="0" lang="en-US" sz="20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Wu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</a:tr>
              <a:tr h="34272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799"/>
                        </a:spcBef>
                        <a:tabLst>
                          <a:tab algn="l" pos="0"/>
                        </a:tabLst>
                      </a:pPr>
                      <a:r>
                        <a:rPr b="0" lang="en-US" sz="20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Koenigsbauer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799"/>
                        </a:spcBef>
                        <a:tabLst>
                          <a:tab algn="l" pos="0"/>
                        </a:tabLst>
                      </a:pPr>
                      <a:r>
                        <a:rPr b="0" lang="bg-BG" sz="20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123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799"/>
                        </a:spcBef>
                        <a:tabLst>
                          <a:tab algn="l" pos="0"/>
                        </a:tabLst>
                      </a:pPr>
                      <a:r>
                        <a:rPr b="0" lang="en-US" sz="20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Hay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</a:tr>
              <a:tr h="34272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799"/>
                        </a:spcBef>
                        <a:tabLst>
                          <a:tab algn="l" pos="0"/>
                        </a:tabLst>
                      </a:pPr>
                      <a:r>
                        <a:rPr b="0" lang="bg-BG" sz="20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NULL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799"/>
                        </a:spcBef>
                        <a:tabLst>
                          <a:tab algn="l" pos="0"/>
                        </a:tabLst>
                      </a:pPr>
                      <a:r>
                        <a:rPr b="0" lang="bg-BG" sz="20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124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799"/>
                        </a:spcBef>
                        <a:tabLst>
                          <a:tab algn="l" pos="0"/>
                        </a:tabLst>
                      </a:pPr>
                      <a:r>
                        <a:rPr b="0" lang="en-US" sz="20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Zabokritski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</a:tr>
              <a:tr h="34272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799"/>
                        </a:spcBef>
                        <a:tabLst>
                          <a:tab algn="l" pos="0"/>
                        </a:tabLst>
                      </a:pPr>
                      <a:r>
                        <a:rPr b="0" lang="bg-BG" sz="20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NULL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799"/>
                        </a:spcBef>
                        <a:tabLst>
                          <a:tab algn="l" pos="0"/>
                        </a:tabLst>
                      </a:pPr>
                      <a:r>
                        <a:rPr b="0" lang="bg-BG" sz="20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125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799"/>
                        </a:spcBef>
                        <a:tabLst>
                          <a:tab algn="l" pos="0"/>
                        </a:tabLst>
                      </a:pPr>
                      <a:r>
                        <a:rPr b="0" lang="en-US" sz="20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Decker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</a:tr>
              <a:tr h="34272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799"/>
                        </a:spcBef>
                        <a:tabLst>
                          <a:tab algn="l" pos="0"/>
                        </a:tabLst>
                      </a:pPr>
                      <a:r>
                        <a:rPr b="0" lang="bg-BG" sz="20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...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799"/>
                        </a:spcBef>
                        <a:tabLst>
                          <a:tab algn="l" pos="0"/>
                        </a:tabLst>
                      </a:pPr>
                      <a:r>
                        <a:rPr b="0" lang="bg-BG" sz="20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...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799"/>
                        </a:spcBef>
                        <a:tabLst>
                          <a:tab algn="l" pos="0"/>
                        </a:tabLst>
                      </a:pPr>
                      <a:r>
                        <a:rPr b="0" lang="bg-BG" sz="20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...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41" name="PlaceHolder 2"/>
          <p:cNvSpPr>
            <a:spLocks noGrp="1"/>
          </p:cNvSpPr>
          <p:nvPr>
            <p:ph type="sldNum" idx="16"/>
          </p:nvPr>
        </p:nvSpPr>
        <p:spPr>
          <a:xfrm>
            <a:off x="11752920" y="6507000"/>
            <a:ext cx="367200" cy="2966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000" spc="-1" strike="noStrike">
                <a:solidFill>
                  <a:srgbClr val="234465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F6896BEB-5F97-4FB6-A1C7-DB196FD4B5F2}" type="slidenum">
              <a:rPr b="0" lang="en-US" sz="1000" spc="-1" strike="noStrike">
                <a:solidFill>
                  <a:srgbClr val="234465"/>
                </a:solidFill>
                <a:latin typeface="Calibri"/>
              </a:rPr>
              <a:t>16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31" dur="indefinite" restart="never" nodeType="tmRoot">
          <p:childTnLst>
            <p:seq>
              <p:cTn id="132" dur="indefinite" nodeType="mainSeq">
                <p:childTnLst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PlaceHolder 1"/>
          <p:cNvSpPr>
            <a:spLocks noGrp="1"/>
          </p:cNvSpPr>
          <p:nvPr>
            <p:ph/>
          </p:nvPr>
        </p:nvSpPr>
        <p:spPr>
          <a:xfrm>
            <a:off x="1676520" y="1066680"/>
            <a:ext cx="10325520" cy="554616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36000" bIns="36000" anchor="t">
            <a:normAutofit/>
          </a:bodyPr>
          <a:p>
            <a:pPr lvl="1" marL="803160" indent="-36036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234465"/>
              </a:buClr>
              <a:buFont typeface="Wingdings" charset="2"/>
              <a:buChar char=""/>
            </a:pPr>
            <a:r>
              <a:rPr b="0" lang="ru-RU" sz="3600" spc="-1" strike="noStrike">
                <a:solidFill>
                  <a:srgbClr val="234465"/>
                </a:solidFill>
                <a:latin typeface="Calibri"/>
              </a:rPr>
              <a:t>Връща резултатите от вътрешно съединение заедно с всички </a:t>
            </a:r>
            <a:r>
              <a:rPr b="1" lang="ru-RU" sz="3600" spc="-1" strike="noStrike">
                <a:solidFill>
                  <a:srgbClr val="bf7800"/>
                </a:solidFill>
                <a:latin typeface="Calibri"/>
              </a:rPr>
              <a:t>несъвпадащи</a:t>
            </a:r>
            <a:r>
              <a:rPr b="0" lang="ru-RU" sz="3600" spc="-1" strike="noStrike">
                <a:solidFill>
                  <a:srgbClr val="234465"/>
                </a:solidFill>
                <a:latin typeface="Calibri"/>
              </a:rPr>
              <a:t> редове</a:t>
            </a:r>
            <a:endParaRPr b="0" lang="en-US" sz="3600" spc="-1" strike="noStrike">
              <a:solidFill>
                <a:srgbClr val="234465"/>
              </a:solidFill>
              <a:latin typeface="Calibri"/>
            </a:endParaRPr>
          </a:p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600" spc="-1" strike="noStrike">
              <a:solidFill>
                <a:srgbClr val="234465"/>
              </a:solidFill>
              <a:latin typeface="Calibri"/>
            </a:endParaRPr>
          </a:p>
          <a:p>
            <a:pPr indent="0">
              <a:lnSpc>
                <a:spcPct val="105000"/>
              </a:lnSpc>
              <a:spcBef>
                <a:spcPts val="601"/>
              </a:spcBef>
              <a:spcAft>
                <a:spcPts val="601"/>
              </a:spcAft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343" name="PlaceHolder 2"/>
          <p:cNvSpPr>
            <a:spLocks noGrp="1"/>
          </p:cNvSpPr>
          <p:nvPr>
            <p:ph type="title"/>
          </p:nvPr>
        </p:nvSpPr>
        <p:spPr>
          <a:xfrm>
            <a:off x="1297080" y="100800"/>
            <a:ext cx="9163800" cy="88236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36000" bIns="3600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1" lang="en-US" sz="4000" spc="-1" strike="noStrike">
                <a:solidFill>
                  <a:srgbClr val="234465"/>
                </a:solidFill>
                <a:latin typeface="Calibri"/>
              </a:rPr>
              <a:t>FULL OUTER JOIN</a:t>
            </a:r>
            <a:endParaRPr b="0" lang="en-US" sz="4000" spc="-1" strike="noStrike">
              <a:solidFill>
                <a:srgbClr val="234465"/>
              </a:solidFill>
              <a:latin typeface="Calibri"/>
            </a:endParaRPr>
          </a:p>
        </p:txBody>
      </p:sp>
      <p:pic>
        <p:nvPicPr>
          <p:cNvPr id="344" name="Picture 2" descr="https://o.remove.bg/downloads/eb94802c-9937-4358-80a6-e13389a1e3bd/image-removebg-preview.png"/>
          <p:cNvPicPr/>
          <p:nvPr/>
        </p:nvPicPr>
        <p:blipFill>
          <a:blip r:embed="rId1"/>
          <a:srcRect l="8000" t="13455" r="10665" b="15381"/>
          <a:stretch/>
        </p:blipFill>
        <p:spPr>
          <a:xfrm>
            <a:off x="3646440" y="2743200"/>
            <a:ext cx="4899240" cy="2971440"/>
          </a:xfrm>
          <a:prstGeom prst="rect">
            <a:avLst/>
          </a:prstGeom>
          <a:ln w="0">
            <a:noFill/>
          </a:ln>
        </p:spPr>
      </p:pic>
      <p:sp>
        <p:nvSpPr>
          <p:cNvPr id="345" name="Slide Number"/>
          <p:cNvSpPr/>
          <p:nvPr/>
        </p:nvSpPr>
        <p:spPr>
          <a:xfrm>
            <a:off x="11752920" y="6507000"/>
            <a:ext cx="367200" cy="29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9CE58C7A-CE87-4FB8-9606-2F80887124DF}" type="slidenum">
              <a:rPr b="0" lang="en-US" sz="1000" spc="-1" strike="noStrike">
                <a:solidFill>
                  <a:srgbClr val="234465"/>
                </a:solidFill>
                <a:latin typeface="Calibri"/>
              </a:rPr>
              <a:t>18</a:t>
            </a:fld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advTm="5000" p14:dur="2000"/>
    </mc:Choice>
    <mc:Fallback>
      <p:transition spd="slow" advTm="5000"/>
    </mc:Fallback>
  </mc:AlternateContent>
  <p:timing>
    <p:tnLst>
      <p:par>
        <p:cTn id="137" dur="indefinite" restart="never" nodeType="tmRoot">
          <p:childTnLst>
            <p:seq>
              <p:cTn id="138" dur="indefinite" nodeType="mainSeq">
                <p:childTnLst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36000" bIns="3600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1" lang="en-US" sz="4000" spc="-1" strike="noStrike">
                <a:solidFill>
                  <a:srgbClr val="ffffff"/>
                </a:solidFill>
                <a:latin typeface="Calibri"/>
              </a:rPr>
              <a:t>FULL OUTER JOIN – </a:t>
            </a:r>
            <a:r>
              <a:rPr b="1" lang="bg-BG" sz="4000" spc="-1" strike="noStrike">
                <a:solidFill>
                  <a:srgbClr val="ffffff"/>
                </a:solidFill>
                <a:latin typeface="Calibri"/>
              </a:rPr>
              <a:t>Пример</a:t>
            </a:r>
            <a:endParaRPr b="0" lang="en-US" sz="40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347" name="Rectangle 3"/>
          <p:cNvSpPr/>
          <p:nvPr/>
        </p:nvSpPr>
        <p:spPr>
          <a:xfrm>
            <a:off x="1295280" y="1295280"/>
            <a:ext cx="9595800" cy="1552680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rgbClr val="67748e">
                <a:lumMod val="60000"/>
                <a:lumOff val="4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2400" spc="-1" strike="noStrike">
                <a:solidFill>
                  <a:srgbClr val="bf7800"/>
                </a:solidFill>
                <a:latin typeface="Consolas"/>
              </a:rPr>
              <a:t>SELECT </a:t>
            </a:r>
            <a:r>
              <a:rPr b="1" lang="en-US" sz="2400" spc="-1" strike="noStrike">
                <a:solidFill>
                  <a:srgbClr val="224464"/>
                </a:solidFill>
                <a:latin typeface="Consolas"/>
              </a:rPr>
              <a:t>e.LastName EmpLastName,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2400" spc="-1" strike="noStrike">
                <a:solidFill>
                  <a:srgbClr val="224464"/>
                </a:solidFill>
                <a:latin typeface="Consolas"/>
              </a:rPr>
              <a:t>       </a:t>
            </a:r>
            <a:r>
              <a:rPr b="1" lang="en-US" sz="2400" spc="-1" strike="noStrike">
                <a:solidFill>
                  <a:srgbClr val="224464"/>
                </a:solidFill>
                <a:latin typeface="Consolas"/>
              </a:rPr>
              <a:t>m.EmployeeID MgrID, m.LastName MgrLastName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2400" spc="-1" strike="noStrike">
                <a:solidFill>
                  <a:srgbClr val="bf7800"/>
                </a:solidFill>
                <a:latin typeface="Consolas"/>
              </a:rPr>
              <a:t>FROM </a:t>
            </a:r>
            <a:r>
              <a:rPr b="1" lang="en-US" sz="2400" spc="-1" strike="noStrike">
                <a:solidFill>
                  <a:srgbClr val="224464"/>
                </a:solidFill>
                <a:latin typeface="Consolas"/>
              </a:rPr>
              <a:t>Employees e </a:t>
            </a:r>
            <a:r>
              <a:rPr b="1" lang="en-US" sz="2400" spc="-1" strike="noStrike">
                <a:solidFill>
                  <a:srgbClr val="bf7800"/>
                </a:solidFill>
                <a:latin typeface="Consolas"/>
              </a:rPr>
              <a:t>FULL OUTER JOIN </a:t>
            </a:r>
            <a:r>
              <a:rPr b="1" lang="en-US" sz="2400" spc="-1" strike="noStrike">
                <a:solidFill>
                  <a:srgbClr val="224464"/>
                </a:solidFill>
                <a:latin typeface="Consolas"/>
              </a:rPr>
              <a:t>Employees m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2400" spc="-1" strike="noStrike">
                <a:solidFill>
                  <a:srgbClr val="224464"/>
                </a:solidFill>
                <a:latin typeface="Consolas"/>
              </a:rPr>
              <a:t>  </a:t>
            </a:r>
            <a:r>
              <a:rPr b="1" lang="en-US" sz="2400" spc="-1" strike="noStrike">
                <a:solidFill>
                  <a:srgbClr val="bf7800"/>
                </a:solidFill>
                <a:latin typeface="Consolas"/>
              </a:rPr>
              <a:t>ON </a:t>
            </a:r>
            <a:r>
              <a:rPr b="1" lang="en-US" sz="2400" spc="-1" strike="noStrike">
                <a:solidFill>
                  <a:srgbClr val="224464"/>
                </a:solidFill>
                <a:latin typeface="Consolas"/>
              </a:rPr>
              <a:t>e.ManagerID = m.EmployeeID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348" name="Group 4"/>
          <p:cNvGraphicFramePr/>
          <p:nvPr/>
        </p:nvGraphicFramePr>
        <p:xfrm>
          <a:off x="1295280" y="3124080"/>
          <a:ext cx="9603360" cy="3459960"/>
        </p:xfrm>
        <a:graphic>
          <a:graphicData uri="http://schemas.openxmlformats.org/drawingml/2006/table">
            <a:tbl>
              <a:tblPr/>
              <a:tblGrid>
                <a:gridCol w="3002040"/>
                <a:gridCol w="2948400"/>
                <a:gridCol w="3652560"/>
              </a:tblGrid>
              <a:tr h="34272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95000"/>
                        </a:lnSpc>
                        <a:spcBef>
                          <a:spcPts val="879"/>
                        </a:spcBef>
                        <a:tabLst>
                          <a:tab algn="l" pos="0"/>
                        </a:tabLst>
                      </a:pPr>
                      <a:r>
                        <a:rPr b="1" lang="en-US" sz="22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EmpLastName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95000"/>
                        </a:lnSpc>
                        <a:spcBef>
                          <a:spcPts val="879"/>
                        </a:spcBef>
                        <a:tabLst>
                          <a:tab algn="l" pos="0"/>
                        </a:tabLst>
                      </a:pPr>
                      <a:r>
                        <a:rPr b="1" lang="en-US" sz="22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MgrID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95000"/>
                        </a:lnSpc>
                        <a:spcBef>
                          <a:spcPts val="879"/>
                        </a:spcBef>
                        <a:tabLst>
                          <a:tab algn="l" pos="0"/>
                        </a:tabLst>
                      </a:pPr>
                      <a:r>
                        <a:rPr b="1" lang="en-US" sz="22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MgrLastName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  <a:tr h="34272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799"/>
                        </a:spcBef>
                        <a:tabLst>
                          <a:tab algn="l" pos="0"/>
                        </a:tabLst>
                      </a:pPr>
                      <a:r>
                        <a:rPr b="0" lang="en-US" sz="20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Sanchez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799"/>
                        </a:spcBef>
                        <a:tabLst>
                          <a:tab algn="l" pos="0"/>
                        </a:tabLst>
                      </a:pPr>
                      <a:r>
                        <a:rPr b="0" lang="en-US" sz="20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NULL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799"/>
                        </a:spcBef>
                        <a:tabLst>
                          <a:tab algn="l" pos="0"/>
                        </a:tabLst>
                      </a:pPr>
                      <a:r>
                        <a:rPr b="0" lang="en-US" sz="20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NULL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</a:tr>
              <a:tr h="34272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799"/>
                        </a:spcBef>
                        <a:tabLst>
                          <a:tab algn="l" pos="0"/>
                        </a:tabLst>
                      </a:pPr>
                      <a:r>
                        <a:rPr b="0" lang="bg-BG" sz="20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…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799"/>
                        </a:spcBef>
                        <a:tabLst>
                          <a:tab algn="l" pos="0"/>
                        </a:tabLst>
                      </a:pPr>
                      <a:r>
                        <a:rPr b="0" lang="bg-BG" sz="20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…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799"/>
                        </a:spcBef>
                        <a:tabLst>
                          <a:tab algn="l" pos="0"/>
                        </a:tabLst>
                      </a:pPr>
                      <a:r>
                        <a:rPr b="0" lang="bg-BG" sz="20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…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</a:tr>
              <a:tr h="34272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799"/>
                        </a:spcBef>
                        <a:tabLst>
                          <a:tab algn="l" pos="0"/>
                        </a:tabLst>
                      </a:pPr>
                      <a:r>
                        <a:rPr b="0" lang="en-US" sz="20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Cracium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799"/>
                        </a:spcBef>
                        <a:tabLst>
                          <a:tab algn="l" pos="0"/>
                        </a:tabLst>
                      </a:pPr>
                      <a:r>
                        <a:rPr b="0" lang="bg-BG" sz="20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3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799"/>
                        </a:spcBef>
                        <a:tabLst>
                          <a:tab algn="l" pos="0"/>
                        </a:tabLst>
                      </a:pPr>
                      <a:r>
                        <a:rPr b="0" lang="en-US" sz="20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Tamburello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</a:tr>
              <a:tr h="34272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799"/>
                        </a:spcBef>
                        <a:tabLst>
                          <a:tab algn="l" pos="0"/>
                        </a:tabLst>
                      </a:pPr>
                      <a:r>
                        <a:rPr b="0" lang="en-US" sz="20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Gilbert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799"/>
                        </a:spcBef>
                        <a:tabLst>
                          <a:tab algn="l" pos="0"/>
                        </a:tabLst>
                      </a:pPr>
                      <a:r>
                        <a:rPr b="0" lang="bg-BG" sz="20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16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799"/>
                        </a:spcBef>
                        <a:tabLst>
                          <a:tab algn="l" pos="0"/>
                        </a:tabLst>
                      </a:pPr>
                      <a:r>
                        <a:rPr b="0" lang="en-US" sz="20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Brown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</a:tr>
              <a:tr h="34272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799"/>
                        </a:spcBef>
                        <a:tabLst>
                          <a:tab algn="l" pos="0"/>
                        </a:tabLst>
                      </a:pPr>
                      <a:r>
                        <a:rPr b="0" lang="bg-BG" sz="20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…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799"/>
                        </a:spcBef>
                        <a:tabLst>
                          <a:tab algn="l" pos="0"/>
                        </a:tabLst>
                      </a:pPr>
                      <a:r>
                        <a:rPr b="0" lang="bg-BG" sz="20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…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799"/>
                        </a:spcBef>
                        <a:tabLst>
                          <a:tab algn="l" pos="0"/>
                        </a:tabLst>
                      </a:pPr>
                      <a:r>
                        <a:rPr b="0" lang="bg-BG" sz="20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…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</a:tr>
              <a:tr h="34272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799"/>
                        </a:spcBef>
                        <a:tabLst>
                          <a:tab algn="l" pos="0"/>
                        </a:tabLst>
                      </a:pPr>
                      <a:r>
                        <a:rPr b="0" lang="en-US" sz="20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NULL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799"/>
                        </a:spcBef>
                        <a:tabLst>
                          <a:tab algn="l" pos="0"/>
                        </a:tabLst>
                      </a:pPr>
                      <a:r>
                        <a:rPr b="0" lang="bg-BG" sz="20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17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799"/>
                        </a:spcBef>
                        <a:tabLst>
                          <a:tab algn="l" pos="0"/>
                        </a:tabLst>
                      </a:pPr>
                      <a:r>
                        <a:rPr b="0" lang="en-US" sz="20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Hartwig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</a:tr>
              <a:tr h="34272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799"/>
                        </a:spcBef>
                        <a:tabLst>
                          <a:tab algn="l" pos="0"/>
                        </a:tabLst>
                      </a:pPr>
                      <a:r>
                        <a:rPr b="0" lang="en-US" sz="20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NULL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799"/>
                        </a:spcBef>
                        <a:tabLst>
                          <a:tab algn="l" pos="0"/>
                        </a:tabLst>
                      </a:pPr>
                      <a:r>
                        <a:rPr b="0" lang="bg-BG" sz="20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1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799"/>
                        </a:spcBef>
                        <a:tabLst>
                          <a:tab algn="l" pos="0"/>
                        </a:tabLst>
                      </a:pPr>
                      <a:r>
                        <a:rPr b="0" lang="en-US" sz="20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Gilbert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</a:tr>
              <a:tr h="34272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799"/>
                        </a:spcBef>
                        <a:tabLst>
                          <a:tab algn="l" pos="0"/>
                        </a:tabLst>
                      </a:pPr>
                      <a:r>
                        <a:rPr b="0" lang="bg-BG" sz="20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…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799"/>
                        </a:spcBef>
                        <a:tabLst>
                          <a:tab algn="l" pos="0"/>
                        </a:tabLst>
                      </a:pPr>
                      <a:r>
                        <a:rPr b="0" lang="bg-BG" sz="20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…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799"/>
                        </a:spcBef>
                        <a:tabLst>
                          <a:tab algn="l" pos="0"/>
                        </a:tabLst>
                      </a:pPr>
                      <a:r>
                        <a:rPr b="0" lang="bg-BG" sz="20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…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49" name="PlaceHolder 2"/>
          <p:cNvSpPr>
            <a:spLocks noGrp="1"/>
          </p:cNvSpPr>
          <p:nvPr>
            <p:ph type="sldNum" idx="17"/>
          </p:nvPr>
        </p:nvSpPr>
        <p:spPr>
          <a:xfrm>
            <a:off x="11752920" y="6507000"/>
            <a:ext cx="367200" cy="2966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000" spc="-1" strike="noStrike">
                <a:solidFill>
                  <a:srgbClr val="234465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B26F51E-A9E3-40D9-A579-5A2294D6C670}" type="slidenum">
              <a:rPr b="0" lang="en-US" sz="1000" spc="-1" strike="noStrike">
                <a:solidFill>
                  <a:srgbClr val="234465"/>
                </a:solidFill>
                <a:latin typeface="Calibri"/>
              </a:rPr>
              <a:t>18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43" dur="indefinite" restart="never" nodeType="tmRoot">
          <p:childTnLst>
            <p:seq>
              <p:cTn id="144" dur="indefinite" nodeType="mainSeq">
                <p:childTnLst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PlaceHolder 1"/>
          <p:cNvSpPr>
            <a:spLocks noGrp="1"/>
          </p:cNvSpPr>
          <p:nvPr>
            <p:ph/>
          </p:nvPr>
        </p:nvSpPr>
        <p:spPr>
          <a:xfrm>
            <a:off x="1828800" y="626040"/>
            <a:ext cx="10128960" cy="554616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36000" bIns="36000" anchor="t">
            <a:normAutofit/>
          </a:bodyPr>
          <a:p>
            <a:pPr marL="360360" indent="-360360">
              <a:lnSpc>
                <a:spcPct val="95000"/>
              </a:lnSpc>
              <a:spcBef>
                <a:spcPts val="601"/>
              </a:spcBef>
              <a:spcAft>
                <a:spcPts val="601"/>
              </a:spcAft>
              <a:buClr>
                <a:srgbClr val="234465"/>
              </a:buClr>
              <a:buFont typeface="Wingdings" charset="2"/>
              <a:buChar char=""/>
            </a:pPr>
            <a:r>
              <a:rPr b="0" lang="ru-RU" sz="3200" spc="-1" strike="noStrike">
                <a:solidFill>
                  <a:srgbClr val="234465"/>
                </a:solidFill>
                <a:latin typeface="Calibri"/>
              </a:rPr>
              <a:t>Клаузата </a:t>
            </a:r>
            <a:r>
              <a:rPr b="1" lang="ru-RU" sz="3200" spc="-1" strike="noStrike">
                <a:solidFill>
                  <a:srgbClr val="bf7800"/>
                </a:solidFill>
                <a:latin typeface="Consolas"/>
              </a:rPr>
              <a:t>CROSS JOIN </a:t>
            </a:r>
            <a:r>
              <a:rPr b="0" lang="ru-RU" sz="3200" spc="-1" strike="noStrike">
                <a:solidFill>
                  <a:srgbClr val="234465"/>
                </a:solidFill>
                <a:latin typeface="Calibri"/>
              </a:rPr>
              <a:t>създава </a:t>
            </a:r>
            <a:r>
              <a:rPr b="1" lang="ru-RU" sz="3200" spc="-1" strike="noStrike">
                <a:solidFill>
                  <a:srgbClr val="bf7800"/>
                </a:solidFill>
                <a:latin typeface="Calibri"/>
              </a:rPr>
              <a:t>кръстосано</a:t>
            </a:r>
            <a:r>
              <a:rPr b="1" lang="ru-RU" sz="3200" spc="-1" strike="noStrike">
                <a:solidFill>
                  <a:schemeClr val="accent1"/>
                </a:solidFill>
                <a:latin typeface="Calibri"/>
              </a:rPr>
              <a:t> </a:t>
            </a:r>
            <a:r>
              <a:rPr b="1" lang="ru-RU" sz="3200" spc="-1" strike="noStrike">
                <a:solidFill>
                  <a:srgbClr val="bf7800"/>
                </a:solidFill>
                <a:latin typeface="Calibri"/>
              </a:rPr>
              <a:t>съединение</a:t>
            </a:r>
            <a:r>
              <a:rPr b="1" lang="ru-RU" sz="3200" spc="-1" strike="noStrike">
                <a:solidFill>
                  <a:schemeClr val="accent1"/>
                </a:solidFill>
                <a:latin typeface="Calibri"/>
              </a:rPr>
              <a:t> </a:t>
            </a:r>
            <a:r>
              <a:rPr b="0" lang="ru-RU" sz="3200" spc="-1" strike="noStrike">
                <a:solidFill>
                  <a:srgbClr val="234465"/>
                </a:solidFill>
                <a:latin typeface="Calibri"/>
              </a:rPr>
              <a:t>на две таблици</a:t>
            </a:r>
            <a:endParaRPr b="0" lang="en-US" sz="3200" spc="-1" strike="noStrike">
              <a:solidFill>
                <a:srgbClr val="234465"/>
              </a:solidFill>
              <a:latin typeface="Calibri"/>
            </a:endParaRPr>
          </a:p>
          <a:p>
            <a:pPr lvl="1" marL="803160" indent="-360360">
              <a:lnSpc>
                <a:spcPct val="95000"/>
              </a:lnSpc>
              <a:spcBef>
                <a:spcPts val="601"/>
              </a:spcBef>
              <a:spcAft>
                <a:spcPts val="601"/>
              </a:spcAft>
              <a:buClr>
                <a:srgbClr val="234465"/>
              </a:buClr>
              <a:buFont typeface="Wingdings" charset="2"/>
              <a:buChar char=""/>
            </a:pPr>
            <a:r>
              <a:rPr b="0" lang="ru-RU" sz="3000" spc="-1" strike="noStrike">
                <a:solidFill>
                  <a:srgbClr val="234465"/>
                </a:solidFill>
                <a:latin typeface="Calibri"/>
              </a:rPr>
              <a:t>Това на практика създава </a:t>
            </a:r>
            <a:r>
              <a:rPr b="1" lang="ru-RU" sz="3000" spc="-1" strike="noStrike">
                <a:solidFill>
                  <a:srgbClr val="bf7800"/>
                </a:solidFill>
                <a:latin typeface="Calibri"/>
              </a:rPr>
              <a:t>декартово произведение</a:t>
            </a:r>
            <a:r>
              <a:rPr b="0" lang="ru-RU" sz="3000" spc="-1" strike="noStrike">
                <a:solidFill>
                  <a:srgbClr val="234465"/>
                </a:solidFill>
                <a:latin typeface="Calibri"/>
              </a:rPr>
              <a:t> и се използва </a:t>
            </a:r>
            <a:r>
              <a:rPr b="1" lang="ru-RU" sz="3000" spc="-1" strike="noStrike">
                <a:solidFill>
                  <a:srgbClr val="bf7800"/>
                </a:solidFill>
                <a:latin typeface="Calibri"/>
              </a:rPr>
              <a:t>рядко</a:t>
            </a:r>
            <a:endParaRPr b="0" lang="en-US" sz="30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351" name="PlaceHolder 2"/>
          <p:cNvSpPr>
            <a:spLocks noGrp="1"/>
          </p:cNvSpPr>
          <p:nvPr>
            <p:ph type="title"/>
          </p:nvPr>
        </p:nvSpPr>
        <p:spPr>
          <a:xfrm>
            <a:off x="1143000" y="-196560"/>
            <a:ext cx="9163800" cy="88236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36000" bIns="3600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1" lang="bg-BG" sz="4000" spc="-1" strike="noStrike">
                <a:solidFill>
                  <a:srgbClr val="234465"/>
                </a:solidFill>
                <a:latin typeface="Calibri"/>
              </a:rPr>
              <a:t>Кръстосано съединяване</a:t>
            </a:r>
            <a:endParaRPr b="0" lang="en-US" sz="40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352" name="Rectangle 4"/>
          <p:cNvSpPr/>
          <p:nvPr/>
        </p:nvSpPr>
        <p:spPr>
          <a:xfrm>
            <a:off x="2391480" y="2743200"/>
            <a:ext cx="8459640" cy="1277640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rgbClr val="67748e">
                <a:lumMod val="60000"/>
                <a:lumOff val="4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2600" spc="-1" strike="noStrike">
                <a:solidFill>
                  <a:srgbClr val="bf7800"/>
                </a:solidFill>
                <a:latin typeface="Consolas"/>
              </a:rPr>
              <a:t>SELECT </a:t>
            </a:r>
            <a:r>
              <a:rPr b="1" lang="en-US" sz="2600" spc="-1" strike="noStrike">
                <a:solidFill>
                  <a:srgbClr val="224464"/>
                </a:solidFill>
                <a:latin typeface="Consolas"/>
              </a:rPr>
              <a:t>LastName [Last Name], Name [Dept Name]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2600" spc="-1" strike="noStrike">
                <a:solidFill>
                  <a:srgbClr val="bf7800"/>
                </a:solidFill>
                <a:latin typeface="Consolas"/>
              </a:rPr>
              <a:t>FROM </a:t>
            </a:r>
            <a:r>
              <a:rPr b="1" lang="en-US" sz="2600" spc="-1" strike="noStrike">
                <a:solidFill>
                  <a:srgbClr val="224464"/>
                </a:solidFill>
                <a:latin typeface="Consolas"/>
              </a:rPr>
              <a:t>Employees </a:t>
            </a:r>
            <a:r>
              <a:rPr b="1" lang="en-US" sz="2600" spc="-1" strike="noStrike">
                <a:solidFill>
                  <a:srgbClr val="bf7800"/>
                </a:solidFill>
                <a:latin typeface="Consolas"/>
              </a:rPr>
              <a:t>CROSS JOIN </a:t>
            </a:r>
            <a:r>
              <a:rPr b="1" lang="en-US" sz="2600" spc="-1" strike="noStrike">
                <a:solidFill>
                  <a:srgbClr val="224464"/>
                </a:solidFill>
                <a:latin typeface="Consolas"/>
              </a:rPr>
              <a:t>Departments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353" name="Group 5"/>
          <p:cNvGraphicFramePr/>
          <p:nvPr/>
        </p:nvGraphicFramePr>
        <p:xfrm>
          <a:off x="2391480" y="4114800"/>
          <a:ext cx="8451720" cy="2590560"/>
        </p:xfrm>
        <a:graphic>
          <a:graphicData uri="http://schemas.openxmlformats.org/drawingml/2006/table">
            <a:tbl>
              <a:tblPr/>
              <a:tblGrid>
                <a:gridCol w="3219120"/>
                <a:gridCol w="5232600"/>
              </a:tblGrid>
              <a:tr h="45684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95000"/>
                        </a:lnSpc>
                        <a:spcBef>
                          <a:spcPts val="961"/>
                        </a:spcBef>
                        <a:tabLst>
                          <a:tab algn="l" pos="0"/>
                        </a:tabLst>
                      </a:pPr>
                      <a:r>
                        <a:rPr b="1" lang="en-US" sz="24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Last Name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95000"/>
                        </a:lnSpc>
                        <a:spcBef>
                          <a:spcPts val="961"/>
                        </a:spcBef>
                        <a:tabLst>
                          <a:tab algn="l" pos="0"/>
                        </a:tabLst>
                      </a:pPr>
                      <a:r>
                        <a:rPr b="1" lang="en-US" sz="24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Dept Name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  <a:tr h="42660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879"/>
                        </a:spcBef>
                        <a:tabLst>
                          <a:tab algn="l" pos="0"/>
                        </a:tabLst>
                      </a:pPr>
                      <a:r>
                        <a:rPr b="0" lang="en-US" sz="22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Duffy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879"/>
                        </a:spcBef>
                        <a:tabLst>
                          <a:tab algn="l" pos="0"/>
                        </a:tabLst>
                      </a:pPr>
                      <a:r>
                        <a:rPr b="0" lang="en-US" sz="22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Document Control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</a:tr>
              <a:tr h="42660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879"/>
                        </a:spcBef>
                        <a:tabLst>
                          <a:tab algn="l" pos="0"/>
                        </a:tabLst>
                      </a:pPr>
                      <a:r>
                        <a:rPr b="0" lang="en-US" sz="22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Wang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879"/>
                        </a:spcBef>
                        <a:tabLst>
                          <a:tab algn="l" pos="0"/>
                        </a:tabLst>
                      </a:pPr>
                      <a:r>
                        <a:rPr b="0" lang="en-US" sz="22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Document Control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</a:tr>
              <a:tr h="42660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879"/>
                        </a:spcBef>
                        <a:tabLst>
                          <a:tab algn="l" pos="0"/>
                        </a:tabLst>
                      </a:pPr>
                      <a:r>
                        <a:rPr b="0" lang="en-US" sz="22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Duffy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879"/>
                        </a:spcBef>
                        <a:tabLst>
                          <a:tab algn="l" pos="0"/>
                        </a:tabLst>
                      </a:pPr>
                      <a:r>
                        <a:rPr b="0" lang="en-US" sz="22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Engineering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</a:tr>
              <a:tr h="42660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879"/>
                        </a:spcBef>
                        <a:tabLst>
                          <a:tab algn="l" pos="0"/>
                        </a:tabLst>
                      </a:pPr>
                      <a:r>
                        <a:rPr b="0" lang="en-US" sz="22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Wang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879"/>
                        </a:spcBef>
                        <a:tabLst>
                          <a:tab algn="l" pos="0"/>
                        </a:tabLst>
                      </a:pPr>
                      <a:r>
                        <a:rPr b="0" lang="en-US" sz="22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Engineering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</a:tr>
              <a:tr h="42660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879"/>
                        </a:spcBef>
                        <a:tabLst>
                          <a:tab algn="l" pos="0"/>
                        </a:tabLst>
                      </a:pPr>
                      <a:r>
                        <a:rPr b="0" lang="en-US" sz="22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…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879"/>
                        </a:spcBef>
                        <a:tabLst>
                          <a:tab algn="l" pos="0"/>
                        </a:tabLst>
                      </a:pPr>
                      <a:r>
                        <a:rPr b="0" lang="en-US" sz="22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…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54" name="Slide Number"/>
          <p:cNvSpPr/>
          <p:nvPr/>
        </p:nvSpPr>
        <p:spPr>
          <a:xfrm>
            <a:off x="11752920" y="6507000"/>
            <a:ext cx="367200" cy="29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1350FF9D-B298-4020-B2BF-C5306E64A92D}" type="slidenum">
              <a:rPr b="0" lang="en-US" sz="1000" spc="-1" strike="noStrike">
                <a:solidFill>
                  <a:srgbClr val="234465"/>
                </a:solidFill>
                <a:latin typeface="Calibri"/>
              </a:rPr>
              <a:t>20</a:t>
            </a:fld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49" dur="indefinite" restart="never" nodeType="tmRoot">
          <p:childTnLst>
            <p:seq>
              <p:cTn id="150" dur="indefinite" nodeType="mainSeq">
                <p:childTnLst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PlaceHolder 1"/>
          <p:cNvSpPr>
            <a:spLocks noGrp="1"/>
          </p:cNvSpPr>
          <p:nvPr>
            <p:ph/>
          </p:nvPr>
        </p:nvSpPr>
        <p:spPr>
          <a:xfrm>
            <a:off x="3200400" y="0"/>
            <a:ext cx="10128960" cy="554616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36000" bIns="36000" anchor="t">
            <a:noAutofit/>
          </a:bodyPr>
          <a:p>
            <a:pPr marL="360360" indent="-36036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234465"/>
              </a:buClr>
              <a:buFont typeface="Wingdings" charset="2"/>
              <a:buChar char=""/>
            </a:pPr>
            <a:r>
              <a:rPr b="1" lang="en-US" sz="3400" spc="-1" strike="noStrike">
                <a:solidFill>
                  <a:srgbClr val="bf7800"/>
                </a:solidFill>
                <a:latin typeface="Calibri"/>
              </a:rPr>
              <a:t>EQUI Join</a:t>
            </a:r>
            <a:r>
              <a:rPr b="1" lang="en-US" sz="3400" spc="-1" strike="noStrike">
                <a:solidFill>
                  <a:srgbClr val="234465"/>
                </a:solidFill>
                <a:latin typeface="Calibri"/>
              </a:rPr>
              <a:t> </a:t>
            </a:r>
            <a:r>
              <a:rPr b="0" lang="en-US" sz="3400" spc="-1" strike="noStrike">
                <a:solidFill>
                  <a:srgbClr val="234465"/>
                </a:solidFill>
                <a:latin typeface="Calibri"/>
              </a:rPr>
              <a:t>== </a:t>
            </a:r>
            <a:r>
              <a:rPr b="0" lang="bg-BG" sz="3400" spc="-1" strike="noStrike">
                <a:solidFill>
                  <a:srgbClr val="234465"/>
                </a:solidFill>
                <a:latin typeface="Calibri"/>
              </a:rPr>
              <a:t>у</a:t>
            </a:r>
            <a:r>
              <a:rPr b="0" lang="ru-RU" sz="3400" spc="-1" strike="noStrike">
                <a:solidFill>
                  <a:srgbClr val="234465"/>
                </a:solidFill>
                <a:latin typeface="Calibri"/>
              </a:rPr>
              <a:t>словията на </a:t>
            </a:r>
            <a:r>
              <a:rPr b="0" lang="en-US" sz="3400" spc="-1" strike="noStrike">
                <a:solidFill>
                  <a:srgbClr val="234465"/>
                </a:solidFill>
                <a:latin typeface="Calibri"/>
              </a:rPr>
              <a:t>EQUI JOIN </a:t>
            </a:r>
            <a:r>
              <a:rPr b="0" lang="ru-RU" sz="3400" spc="-1" strike="noStrike">
                <a:solidFill>
                  <a:srgbClr val="234465"/>
                </a:solidFill>
                <a:latin typeface="Calibri"/>
              </a:rPr>
              <a:t>са избутани в</a:t>
            </a:r>
            <a:r>
              <a:rPr b="0" lang="en-US" sz="3400" spc="-1" strike="noStrike">
                <a:solidFill>
                  <a:srgbClr val="234465"/>
                </a:solidFill>
                <a:latin typeface="Calibri"/>
              </a:rPr>
              <a:t> </a:t>
            </a:r>
            <a:r>
              <a:rPr b="0" lang="ru-RU" sz="3400" spc="-1" strike="noStrike">
                <a:solidFill>
                  <a:srgbClr val="234465"/>
                </a:solidFill>
                <a:latin typeface="Calibri"/>
              </a:rPr>
              <a:t>WHERE клаузата</a:t>
            </a: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356" name="PlaceHolder 2"/>
          <p:cNvSpPr>
            <a:spLocks noGrp="1"/>
          </p:cNvSpPr>
          <p:nvPr>
            <p:ph type="title"/>
          </p:nvPr>
        </p:nvSpPr>
        <p:spPr>
          <a:xfrm>
            <a:off x="1143000" y="228600"/>
            <a:ext cx="9163800" cy="88236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36000" bIns="3600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1" lang="en-US" sz="4000" spc="-1" strike="noStrike">
                <a:solidFill>
                  <a:srgbClr val="234465"/>
                </a:solidFill>
                <a:latin typeface="Calibri"/>
              </a:rPr>
              <a:t>EQUI Join</a:t>
            </a:r>
            <a:endParaRPr b="0" lang="en-US" sz="40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357" name="Rectangle 4"/>
          <p:cNvSpPr/>
          <p:nvPr/>
        </p:nvSpPr>
        <p:spPr>
          <a:xfrm>
            <a:off x="2286000" y="1143000"/>
            <a:ext cx="8913600" cy="2465640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rgbClr val="67748e">
                <a:lumMod val="60000"/>
                <a:lumOff val="4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2600" spc="-1" strike="noStrike">
                <a:solidFill>
                  <a:srgbClr val="bf7800"/>
                </a:solidFill>
                <a:latin typeface="Consolas"/>
              </a:rPr>
              <a:t>SELECT e</a:t>
            </a:r>
            <a:r>
              <a:rPr b="1" lang="en-US" sz="2600" spc="-1" strike="noStrike">
                <a:solidFill>
                  <a:srgbClr val="224464"/>
                </a:solidFill>
                <a:latin typeface="Consolas"/>
              </a:rPr>
              <a:t>.EmployeeID, </a:t>
            </a:r>
            <a:r>
              <a:rPr b="1" lang="en-US" sz="2600" spc="-1" strike="noStrike">
                <a:solidFill>
                  <a:srgbClr val="bf7800"/>
                </a:solidFill>
                <a:latin typeface="Consolas"/>
              </a:rPr>
              <a:t>e</a:t>
            </a:r>
            <a:r>
              <a:rPr b="1" lang="en-US" sz="2600" spc="-1" strike="noStrike">
                <a:solidFill>
                  <a:srgbClr val="224464"/>
                </a:solidFill>
                <a:latin typeface="Consolas"/>
              </a:rPr>
              <a:t>.LastName, </a:t>
            </a:r>
            <a:r>
              <a:rPr b="1" lang="en-US" sz="2600" spc="-1" strike="noStrike">
                <a:solidFill>
                  <a:srgbClr val="bf7800"/>
                </a:solidFill>
                <a:latin typeface="Consolas"/>
              </a:rPr>
              <a:t>e</a:t>
            </a:r>
            <a:r>
              <a:rPr b="1" lang="en-US" sz="2600" spc="-1" strike="noStrike">
                <a:solidFill>
                  <a:srgbClr val="224464"/>
                </a:solidFill>
                <a:latin typeface="Consolas"/>
              </a:rPr>
              <a:t>.DepartmentID, 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2600" spc="-1" strike="noStrike">
                <a:solidFill>
                  <a:srgbClr val="224464"/>
                </a:solidFill>
                <a:latin typeface="Consolas"/>
              </a:rPr>
              <a:t>       </a:t>
            </a:r>
            <a:r>
              <a:rPr b="1" lang="en-US" sz="2600" spc="-1" strike="noStrike">
                <a:solidFill>
                  <a:srgbClr val="bf7800"/>
                </a:solidFill>
                <a:latin typeface="Consolas"/>
              </a:rPr>
              <a:t>d</a:t>
            </a:r>
            <a:r>
              <a:rPr b="1" lang="en-US" sz="2600" spc="-1" strike="noStrike">
                <a:solidFill>
                  <a:srgbClr val="224464"/>
                </a:solidFill>
                <a:latin typeface="Consolas"/>
              </a:rPr>
              <a:t>.DepartmentID, </a:t>
            </a:r>
            <a:r>
              <a:rPr b="1" lang="en-US" sz="2600" spc="-1" strike="noStrike">
                <a:solidFill>
                  <a:srgbClr val="bf7800"/>
                </a:solidFill>
                <a:latin typeface="Consolas"/>
              </a:rPr>
              <a:t>d</a:t>
            </a:r>
            <a:r>
              <a:rPr b="1" lang="en-US" sz="2600" spc="-1" strike="noStrike">
                <a:solidFill>
                  <a:srgbClr val="224464"/>
                </a:solidFill>
                <a:latin typeface="Consolas"/>
              </a:rPr>
              <a:t>.Name AS DepartmentName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2600" spc="-1" strike="noStrike">
                <a:solidFill>
                  <a:srgbClr val="bf7800"/>
                </a:solidFill>
                <a:latin typeface="Consolas"/>
              </a:rPr>
              <a:t>FROM</a:t>
            </a:r>
            <a:r>
              <a:rPr b="1" lang="en-US" sz="2600" spc="-1" strike="noStrike">
                <a:solidFill>
                  <a:srgbClr val="224464"/>
                </a:solidFill>
                <a:latin typeface="Consolas"/>
              </a:rPr>
              <a:t> Employees </a:t>
            </a:r>
            <a:r>
              <a:rPr b="1" lang="en-US" sz="2600" spc="-1" strike="noStrike">
                <a:solidFill>
                  <a:srgbClr val="bf7800"/>
                </a:solidFill>
                <a:latin typeface="Consolas"/>
              </a:rPr>
              <a:t>e</a:t>
            </a:r>
            <a:r>
              <a:rPr b="1" lang="en-US" sz="2600" spc="-1" strike="noStrike">
                <a:solidFill>
                  <a:srgbClr val="224464"/>
                </a:solidFill>
                <a:latin typeface="Consolas"/>
              </a:rPr>
              <a:t>, Departments </a:t>
            </a:r>
            <a:r>
              <a:rPr b="1" lang="en-US" sz="2600" spc="-1" strike="noStrike">
                <a:solidFill>
                  <a:srgbClr val="bf7800"/>
                </a:solidFill>
                <a:latin typeface="Consolas"/>
              </a:rPr>
              <a:t>d</a:t>
            </a:r>
            <a:r>
              <a:rPr b="1" lang="en-US" sz="2600" spc="-1" strike="noStrike">
                <a:solidFill>
                  <a:srgbClr val="224464"/>
                </a:solidFill>
                <a:latin typeface="Consolas"/>
              </a:rPr>
              <a:t> 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2600" spc="-1" strike="noStrike">
                <a:solidFill>
                  <a:srgbClr val="bf7800"/>
                </a:solidFill>
                <a:latin typeface="Consolas"/>
              </a:rPr>
              <a:t>WHERE</a:t>
            </a:r>
            <a:r>
              <a:rPr b="1" lang="en-US" sz="2600" spc="-1" strike="noStrike">
                <a:solidFill>
                  <a:srgbClr val="224464"/>
                </a:solidFill>
                <a:latin typeface="Consolas"/>
              </a:rPr>
              <a:t> e.DepartmentID = d.DepartmentID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358" name="Group 5"/>
          <p:cNvGraphicFramePr/>
          <p:nvPr/>
        </p:nvGraphicFramePr>
        <p:xfrm>
          <a:off x="1888560" y="3714120"/>
          <a:ext cx="10242360" cy="2745000"/>
        </p:xfrm>
        <a:graphic>
          <a:graphicData uri="http://schemas.openxmlformats.org/drawingml/2006/table">
            <a:tbl>
              <a:tblPr/>
              <a:tblGrid>
                <a:gridCol w="1711800"/>
                <a:gridCol w="1562760"/>
                <a:gridCol w="2274120"/>
                <a:gridCol w="2068200"/>
                <a:gridCol w="2625120"/>
              </a:tblGrid>
              <a:tr h="41400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95000"/>
                        </a:lnSpc>
                        <a:spcBef>
                          <a:spcPts val="961"/>
                        </a:spcBef>
                        <a:tabLst>
                          <a:tab algn="l" pos="0"/>
                        </a:tabLst>
                      </a:pPr>
                      <a:r>
                        <a:rPr b="1" lang="en-US" sz="24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EmployeeID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95000"/>
                        </a:lnSpc>
                        <a:spcBef>
                          <a:spcPts val="961"/>
                        </a:spcBef>
                        <a:tabLst>
                          <a:tab algn="l" pos="0"/>
                        </a:tabLst>
                      </a:pPr>
                      <a:r>
                        <a:rPr b="1" lang="en-US" sz="24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LastName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95000"/>
                        </a:lnSpc>
                        <a:spcBef>
                          <a:spcPts val="961"/>
                        </a:spcBef>
                        <a:tabLst>
                          <a:tab algn="l" pos="0"/>
                        </a:tabLst>
                      </a:pPr>
                      <a:r>
                        <a:rPr b="1" lang="en-US" sz="24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DepartmentID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95000"/>
                        </a:lnSpc>
                        <a:spcBef>
                          <a:spcPts val="961"/>
                        </a:spcBef>
                        <a:tabLst>
                          <a:tab algn="l" pos="0"/>
                        </a:tabLst>
                      </a:pPr>
                      <a:r>
                        <a:rPr b="1" lang="en-US" sz="24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DepartmentID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95000"/>
                        </a:lnSpc>
                        <a:spcBef>
                          <a:spcPts val="961"/>
                        </a:spcBef>
                        <a:tabLst>
                          <a:tab algn="l" pos="0"/>
                        </a:tabLst>
                      </a:pPr>
                      <a:r>
                        <a:rPr b="1" lang="en-US" sz="24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DepartmentName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  <a:tr h="33336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879"/>
                        </a:spcBef>
                        <a:tabLst>
                          <a:tab algn="l" pos="0"/>
                        </a:tabLst>
                      </a:pPr>
                      <a:r>
                        <a:rPr b="0" lang="en-US" sz="22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1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879"/>
                        </a:spcBef>
                        <a:tabLst>
                          <a:tab algn="l" pos="0"/>
                        </a:tabLst>
                      </a:pPr>
                      <a:r>
                        <a:rPr b="0" lang="en-US" sz="22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Gilbert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879"/>
                        </a:spcBef>
                        <a:tabLst>
                          <a:tab algn="l" pos="0"/>
                        </a:tabLst>
                      </a:pPr>
                      <a:r>
                        <a:rPr b="0" lang="en-US" sz="22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7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879"/>
                        </a:spcBef>
                        <a:tabLst>
                          <a:tab algn="l" pos="0"/>
                        </a:tabLst>
                      </a:pPr>
                      <a:r>
                        <a:rPr b="0" lang="en-US" sz="22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7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879"/>
                        </a:spcBef>
                        <a:tabLst>
                          <a:tab algn="l" pos="0"/>
                        </a:tabLst>
                      </a:pPr>
                      <a:r>
                        <a:rPr b="0" lang="en-US" sz="22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Production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</a:tr>
              <a:tr h="34272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879"/>
                        </a:spcBef>
                        <a:tabLst>
                          <a:tab algn="l" pos="0"/>
                        </a:tabLst>
                      </a:pPr>
                      <a:r>
                        <a:rPr b="0" lang="en-US" sz="22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2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879"/>
                        </a:spcBef>
                        <a:tabLst>
                          <a:tab algn="l" pos="0"/>
                        </a:tabLst>
                      </a:pPr>
                      <a:r>
                        <a:rPr b="0" lang="en-US" sz="22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Brown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879"/>
                        </a:spcBef>
                        <a:tabLst>
                          <a:tab algn="l" pos="0"/>
                        </a:tabLst>
                      </a:pPr>
                      <a:r>
                        <a:rPr b="0" lang="en-US" sz="22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4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879"/>
                        </a:spcBef>
                        <a:tabLst>
                          <a:tab algn="l" pos="0"/>
                        </a:tabLst>
                      </a:pPr>
                      <a:r>
                        <a:rPr b="0" lang="en-US" sz="22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4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879"/>
                        </a:spcBef>
                        <a:tabLst>
                          <a:tab algn="l" pos="0"/>
                        </a:tabLst>
                      </a:pPr>
                      <a:r>
                        <a:rPr b="0" lang="en-US" sz="22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Marketing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</a:tr>
              <a:tr h="34272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879"/>
                        </a:spcBef>
                        <a:tabLst>
                          <a:tab algn="l" pos="0"/>
                        </a:tabLst>
                      </a:pPr>
                      <a:r>
                        <a:rPr b="0" lang="en-US" sz="22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3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879"/>
                        </a:spcBef>
                        <a:tabLst>
                          <a:tab algn="l" pos="0"/>
                        </a:tabLst>
                      </a:pPr>
                      <a:r>
                        <a:rPr b="0" lang="en-US" sz="22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Tamburello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879"/>
                        </a:spcBef>
                        <a:tabLst>
                          <a:tab algn="l" pos="0"/>
                        </a:tabLst>
                      </a:pPr>
                      <a:r>
                        <a:rPr b="0" lang="en-US" sz="22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1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879"/>
                        </a:spcBef>
                        <a:tabLst>
                          <a:tab algn="l" pos="0"/>
                        </a:tabLst>
                      </a:pPr>
                      <a:r>
                        <a:rPr b="0" lang="en-US" sz="22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1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879"/>
                        </a:spcBef>
                        <a:tabLst>
                          <a:tab algn="l" pos="0"/>
                        </a:tabLst>
                      </a:pPr>
                      <a:r>
                        <a:rPr b="0" lang="en-US" sz="22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Engineering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</a:tr>
              <a:tr h="34272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879"/>
                        </a:spcBef>
                        <a:tabLst>
                          <a:tab algn="l" pos="0"/>
                        </a:tabLst>
                      </a:pPr>
                      <a:r>
                        <a:rPr b="0" lang="en-US" sz="22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…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879"/>
                        </a:spcBef>
                        <a:tabLst>
                          <a:tab algn="l" pos="0"/>
                        </a:tabLst>
                      </a:pPr>
                      <a:r>
                        <a:rPr b="0" lang="en-US" sz="22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…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879"/>
                        </a:spcBef>
                        <a:tabLst>
                          <a:tab algn="l" pos="0"/>
                        </a:tabLst>
                      </a:pPr>
                      <a:r>
                        <a:rPr b="0" lang="en-US" sz="22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…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879"/>
                        </a:spcBef>
                        <a:tabLst>
                          <a:tab algn="l" pos="0"/>
                        </a:tabLst>
                      </a:pPr>
                      <a:r>
                        <a:rPr b="0" lang="en-US" sz="22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…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879"/>
                        </a:spcBef>
                        <a:tabLst>
                          <a:tab algn="l" pos="0"/>
                        </a:tabLst>
                      </a:pPr>
                      <a:r>
                        <a:rPr b="0" lang="en-US" sz="22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…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59" name="Slide Number"/>
          <p:cNvSpPr/>
          <p:nvPr/>
        </p:nvSpPr>
        <p:spPr>
          <a:xfrm>
            <a:off x="11752920" y="6507000"/>
            <a:ext cx="367200" cy="29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65EB9D8E-532C-4123-83E1-45CC780B18B4}" type="slidenum">
              <a:rPr b="0" lang="en-US" sz="1000" spc="-1" strike="noStrike">
                <a:solidFill>
                  <a:srgbClr val="234465"/>
                </a:solidFill>
                <a:latin typeface="Calibri"/>
              </a:rPr>
              <a:t>20</a:t>
            </a:fld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63" dur="indefinite" restart="never" nodeType="tmRoot">
          <p:childTnLst>
            <p:seq>
              <p:cTn id="164" dur="indefinite" nodeType="mainSeq">
                <p:childTnLst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PlaceHolder 1"/>
          <p:cNvSpPr>
            <a:spLocks noGrp="1"/>
          </p:cNvSpPr>
          <p:nvPr>
            <p:ph/>
          </p:nvPr>
        </p:nvSpPr>
        <p:spPr>
          <a:xfrm>
            <a:off x="1865880" y="854640"/>
            <a:ext cx="10128960" cy="554616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36000" bIns="36000" anchor="t">
            <a:noAutofit/>
          </a:bodyPr>
          <a:p>
            <a:pPr marL="360360" indent="-36036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234465"/>
              </a:buClr>
              <a:buFont typeface="Wingdings" charset="2"/>
              <a:buChar char=""/>
            </a:pPr>
            <a:r>
              <a:rPr b="1" lang="ru-RU" sz="3400" spc="-1" strike="noStrike">
                <a:solidFill>
                  <a:srgbClr val="bf7800"/>
                </a:solidFill>
                <a:latin typeface="Calibri"/>
              </a:rPr>
              <a:t>Тристранно </a:t>
            </a:r>
            <a:r>
              <a:rPr b="1" lang="bg-BG" sz="3400" spc="-1" strike="noStrike">
                <a:solidFill>
                  <a:srgbClr val="bf7800"/>
                </a:solidFill>
                <a:latin typeface="Calibri"/>
              </a:rPr>
              <a:t>съединяване </a:t>
            </a:r>
            <a:r>
              <a:rPr b="0" lang="ru-RU" sz="3400" spc="-1" strike="noStrike">
                <a:solidFill>
                  <a:srgbClr val="234465"/>
                </a:solidFill>
                <a:latin typeface="Calibri"/>
              </a:rPr>
              <a:t>== съединение на три таблици</a:t>
            </a: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361" name="PlaceHolder 2"/>
          <p:cNvSpPr>
            <a:spLocks noGrp="1"/>
          </p:cNvSpPr>
          <p:nvPr>
            <p:ph type="title"/>
          </p:nvPr>
        </p:nvSpPr>
        <p:spPr>
          <a:xfrm>
            <a:off x="1297080" y="100800"/>
            <a:ext cx="9163800" cy="88236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36000" bIns="3600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1" lang="bg-BG" sz="4000" spc="-1" strike="noStrike">
                <a:solidFill>
                  <a:srgbClr val="234465"/>
                </a:solidFill>
                <a:latin typeface="Calibri"/>
              </a:rPr>
              <a:t>Тристранно съединяване</a:t>
            </a:r>
            <a:endParaRPr b="0" lang="en-US" sz="40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362" name="Rectangle 4"/>
          <p:cNvSpPr/>
          <p:nvPr/>
        </p:nvSpPr>
        <p:spPr>
          <a:xfrm>
            <a:off x="2381400" y="1877760"/>
            <a:ext cx="8820000" cy="2465640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rgbClr val="67748e">
                <a:lumMod val="60000"/>
                <a:lumOff val="4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2600" spc="-1" strike="noStrike">
                <a:solidFill>
                  <a:srgbClr val="bf7800"/>
                </a:solidFill>
                <a:latin typeface="Consolas"/>
              </a:rPr>
              <a:t>SELECT</a:t>
            </a:r>
            <a:r>
              <a:rPr b="1" lang="en-US" sz="2600" spc="-1" strike="noStrike">
                <a:solidFill>
                  <a:srgbClr val="224464"/>
                </a:solidFill>
                <a:latin typeface="Consolas"/>
              </a:rPr>
              <a:t> e.FirstName, e.LastName,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2600" spc="-1" strike="noStrike">
                <a:solidFill>
                  <a:srgbClr val="224464"/>
                </a:solidFill>
                <a:latin typeface="Consolas"/>
              </a:rPr>
              <a:t>  </a:t>
            </a:r>
            <a:r>
              <a:rPr b="1" lang="en-US" sz="2600" spc="-1" strike="noStrike">
                <a:solidFill>
                  <a:srgbClr val="224464"/>
                </a:solidFill>
                <a:latin typeface="Consolas"/>
              </a:rPr>
              <a:t>t.Name as Towns, a.AddressText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2600" spc="-1" strike="noStrike">
                <a:solidFill>
                  <a:srgbClr val="bf7800"/>
                </a:solidFill>
                <a:latin typeface="Consolas"/>
              </a:rPr>
              <a:t>FROM</a:t>
            </a:r>
            <a:r>
              <a:rPr b="1" lang="en-US" sz="2600" spc="-1" strike="noStrike">
                <a:solidFill>
                  <a:srgbClr val="224464"/>
                </a:solidFill>
                <a:latin typeface="Consolas"/>
              </a:rPr>
              <a:t> Employees e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2600" spc="-1" strike="noStrike">
                <a:solidFill>
                  <a:srgbClr val="224464"/>
                </a:solidFill>
                <a:latin typeface="Consolas"/>
              </a:rPr>
              <a:t>  </a:t>
            </a:r>
            <a:r>
              <a:rPr b="1" lang="en-US" sz="2600" spc="-1" strike="noStrike">
                <a:solidFill>
                  <a:srgbClr val="bf7800"/>
                </a:solidFill>
                <a:latin typeface="Consolas"/>
              </a:rPr>
              <a:t>JOIN</a:t>
            </a:r>
            <a:r>
              <a:rPr b="1" lang="en-US" sz="2600" spc="-1" strike="noStrike">
                <a:solidFill>
                  <a:srgbClr val="224464"/>
                </a:solidFill>
                <a:latin typeface="Consolas"/>
              </a:rPr>
              <a:t> Addresses a </a:t>
            </a:r>
            <a:r>
              <a:rPr b="1" lang="en-US" sz="2600" spc="-1" strike="noStrike">
                <a:solidFill>
                  <a:srgbClr val="bf7800"/>
                </a:solidFill>
                <a:latin typeface="Consolas"/>
              </a:rPr>
              <a:t>ON</a:t>
            </a:r>
            <a:r>
              <a:rPr b="1" lang="en-US" sz="2600" spc="-1" strike="noStrike">
                <a:solidFill>
                  <a:srgbClr val="224464"/>
                </a:solidFill>
                <a:latin typeface="Consolas"/>
              </a:rPr>
              <a:t> e.AddressID = a.AddressID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2600" spc="-1" strike="noStrike">
                <a:solidFill>
                  <a:srgbClr val="224464"/>
                </a:solidFill>
                <a:latin typeface="Consolas"/>
              </a:rPr>
              <a:t>  </a:t>
            </a:r>
            <a:r>
              <a:rPr b="1" lang="en-US" sz="2600" spc="-1" strike="noStrike">
                <a:solidFill>
                  <a:srgbClr val="bf7800"/>
                </a:solidFill>
                <a:latin typeface="Consolas"/>
              </a:rPr>
              <a:t>JOIN</a:t>
            </a:r>
            <a:r>
              <a:rPr b="1" lang="en-US" sz="2600" spc="-1" strike="noStrike">
                <a:solidFill>
                  <a:srgbClr val="224464"/>
                </a:solidFill>
                <a:latin typeface="Consolas"/>
              </a:rPr>
              <a:t> Towns t </a:t>
            </a:r>
            <a:r>
              <a:rPr b="1" lang="en-US" sz="2600" spc="-1" strike="noStrike">
                <a:solidFill>
                  <a:srgbClr val="bf7800"/>
                </a:solidFill>
                <a:latin typeface="Consolas"/>
              </a:rPr>
              <a:t>ON</a:t>
            </a:r>
            <a:r>
              <a:rPr b="1" lang="en-US" sz="2600" spc="-1" strike="noStrike">
                <a:solidFill>
                  <a:srgbClr val="224464"/>
                </a:solidFill>
                <a:latin typeface="Consolas"/>
              </a:rPr>
              <a:t> a.TownID = t.TownID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363" name="Group 5"/>
          <p:cNvGraphicFramePr/>
          <p:nvPr/>
        </p:nvGraphicFramePr>
        <p:xfrm>
          <a:off x="2348640" y="4573080"/>
          <a:ext cx="8852400" cy="1935000"/>
        </p:xfrm>
        <a:graphic>
          <a:graphicData uri="http://schemas.openxmlformats.org/drawingml/2006/table">
            <a:tbl>
              <a:tblPr/>
              <a:tblGrid>
                <a:gridCol w="1978200"/>
                <a:gridCol w="1888920"/>
                <a:gridCol w="1720440"/>
                <a:gridCol w="3264480"/>
              </a:tblGrid>
              <a:tr h="34272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95000"/>
                        </a:lnSpc>
                        <a:spcBef>
                          <a:spcPts val="879"/>
                        </a:spcBef>
                        <a:tabLst>
                          <a:tab algn="l" pos="0"/>
                        </a:tabLst>
                      </a:pPr>
                      <a:r>
                        <a:rPr b="1" lang="en-US" sz="22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FirstName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95000"/>
                        </a:lnSpc>
                        <a:spcBef>
                          <a:spcPts val="879"/>
                        </a:spcBef>
                        <a:tabLst>
                          <a:tab algn="l" pos="0"/>
                        </a:tabLst>
                      </a:pPr>
                      <a:r>
                        <a:rPr b="1" lang="en-US" sz="22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LastName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95000"/>
                        </a:lnSpc>
                        <a:spcBef>
                          <a:spcPts val="879"/>
                        </a:spcBef>
                        <a:tabLst>
                          <a:tab algn="l" pos="0"/>
                        </a:tabLst>
                      </a:pPr>
                      <a:r>
                        <a:rPr b="1" lang="en-US" sz="22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Towns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95000"/>
                        </a:lnSpc>
                        <a:spcBef>
                          <a:spcPts val="879"/>
                        </a:spcBef>
                        <a:tabLst>
                          <a:tab algn="l" pos="0"/>
                        </a:tabLst>
                      </a:pPr>
                      <a:r>
                        <a:rPr b="1" lang="en-US" sz="22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AddressText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  <a:tr h="34272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799"/>
                        </a:spcBef>
                        <a:tabLst>
                          <a:tab algn="l" pos="0"/>
                        </a:tabLst>
                      </a:pPr>
                      <a:r>
                        <a:rPr b="0" lang="en-US" sz="20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Guy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799"/>
                        </a:spcBef>
                        <a:tabLst>
                          <a:tab algn="l" pos="0"/>
                        </a:tabLst>
                      </a:pPr>
                      <a:r>
                        <a:rPr b="0" lang="en-US" sz="20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Gilbert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799"/>
                        </a:spcBef>
                        <a:tabLst>
                          <a:tab algn="l" pos="0"/>
                        </a:tabLst>
                      </a:pPr>
                      <a:r>
                        <a:rPr b="0" lang="en-US" sz="20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Monroe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799"/>
                        </a:spcBef>
                        <a:tabLst>
                          <a:tab algn="l" pos="0"/>
                        </a:tabLst>
                      </a:pPr>
                      <a:r>
                        <a:rPr b="0" lang="en-US" sz="20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7726 Driftwood Drive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</a:tr>
              <a:tr h="34272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799"/>
                        </a:spcBef>
                        <a:tabLst>
                          <a:tab algn="l" pos="0"/>
                        </a:tabLst>
                      </a:pPr>
                      <a:r>
                        <a:rPr b="0" lang="en-US" sz="20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Kevin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799"/>
                        </a:spcBef>
                        <a:tabLst>
                          <a:tab algn="l" pos="0"/>
                        </a:tabLst>
                      </a:pPr>
                      <a:r>
                        <a:rPr b="0" lang="en-US" sz="20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Brown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799"/>
                        </a:spcBef>
                        <a:tabLst>
                          <a:tab algn="l" pos="0"/>
                        </a:tabLst>
                      </a:pPr>
                      <a:r>
                        <a:rPr b="0" lang="en-US" sz="20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Everett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799"/>
                        </a:spcBef>
                        <a:tabLst>
                          <a:tab algn="l" pos="0"/>
                        </a:tabLst>
                      </a:pPr>
                      <a:r>
                        <a:rPr b="0" lang="en-US" sz="20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2294 West 39th St.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</a:tr>
              <a:tr h="34272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799"/>
                        </a:spcBef>
                        <a:tabLst>
                          <a:tab algn="l" pos="0"/>
                        </a:tabLst>
                      </a:pPr>
                      <a:r>
                        <a:rPr b="0" lang="en-US" sz="20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Roberto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799"/>
                        </a:spcBef>
                        <a:tabLst>
                          <a:tab algn="l" pos="0"/>
                        </a:tabLst>
                      </a:pPr>
                      <a:r>
                        <a:rPr b="0" lang="en-US" sz="20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Tamburello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799"/>
                        </a:spcBef>
                        <a:tabLst>
                          <a:tab algn="l" pos="0"/>
                        </a:tabLst>
                      </a:pPr>
                      <a:r>
                        <a:rPr b="0" lang="en-US" sz="20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Redmond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799"/>
                        </a:spcBef>
                        <a:tabLst>
                          <a:tab algn="l" pos="0"/>
                        </a:tabLst>
                      </a:pPr>
                      <a:r>
                        <a:rPr b="0" lang="en-US" sz="20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8000 Crane Court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</a:tr>
              <a:tr h="34272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799"/>
                        </a:spcBef>
                        <a:tabLst>
                          <a:tab algn="l" pos="0"/>
                        </a:tabLst>
                      </a:pPr>
                      <a:r>
                        <a:rPr b="0" lang="bg-BG" sz="20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...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799"/>
                        </a:spcBef>
                        <a:tabLst>
                          <a:tab algn="l" pos="0"/>
                        </a:tabLst>
                      </a:pPr>
                      <a:r>
                        <a:rPr b="0" lang="bg-BG" sz="20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...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799"/>
                        </a:spcBef>
                        <a:tabLst>
                          <a:tab algn="l" pos="0"/>
                        </a:tabLst>
                      </a:pPr>
                      <a:r>
                        <a:rPr b="0" lang="bg-BG" sz="20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...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799"/>
                        </a:spcBef>
                        <a:tabLst>
                          <a:tab algn="l" pos="0"/>
                        </a:tabLst>
                      </a:pPr>
                      <a:r>
                        <a:rPr b="0" lang="bg-BG" sz="20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...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64" name="Slide Number"/>
          <p:cNvSpPr/>
          <p:nvPr/>
        </p:nvSpPr>
        <p:spPr>
          <a:xfrm>
            <a:off x="11752920" y="6507000"/>
            <a:ext cx="367200" cy="29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011E0EFF-1E94-4138-9C50-D6CACE9EF443}" type="slidenum">
              <a:rPr b="0" lang="en-US" sz="1000" spc="-1" strike="noStrike">
                <a:solidFill>
                  <a:srgbClr val="234465"/>
                </a:solidFill>
                <a:latin typeface="Calibri"/>
              </a:rPr>
              <a:t>20</a:t>
            </a:fld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69" dur="indefinite" restart="never" nodeType="tmRoot">
          <p:childTnLst>
            <p:seq>
              <p:cTn id="170" dur="indefinite" nodeType="mainSeq">
                <p:childTnLst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PlaceHolder 1"/>
          <p:cNvSpPr>
            <a:spLocks noGrp="1"/>
          </p:cNvSpPr>
          <p:nvPr>
            <p:ph/>
          </p:nvPr>
        </p:nvSpPr>
        <p:spPr>
          <a:xfrm>
            <a:off x="1865880" y="1121040"/>
            <a:ext cx="10128960" cy="554616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36000" bIns="36000" anchor="t">
            <a:noAutofit/>
          </a:bodyPr>
          <a:p>
            <a:pPr marL="360360" indent="-36036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234465"/>
              </a:buClr>
              <a:buFont typeface="Wingdings" charset="2"/>
              <a:buChar char=""/>
            </a:pPr>
            <a:r>
              <a:rPr b="1" lang="ru-RU" sz="3400" spc="-1" strike="noStrike">
                <a:solidFill>
                  <a:srgbClr val="bf7800"/>
                </a:solidFill>
                <a:latin typeface="Calibri"/>
              </a:rPr>
              <a:t>Самостоятелно съединяване</a:t>
            </a:r>
            <a:r>
              <a:rPr b="0" lang="ru-RU" sz="3400" spc="-1" strike="noStrike">
                <a:solidFill>
                  <a:srgbClr val="234465"/>
                </a:solidFill>
                <a:latin typeface="Calibri"/>
              </a:rPr>
              <a:t> == съединяване на таблица със себе си</a:t>
            </a: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366" name="PlaceHolder 2"/>
          <p:cNvSpPr>
            <a:spLocks noGrp="1"/>
          </p:cNvSpPr>
          <p:nvPr>
            <p:ph type="title"/>
          </p:nvPr>
        </p:nvSpPr>
        <p:spPr>
          <a:xfrm>
            <a:off x="1297080" y="100800"/>
            <a:ext cx="9163800" cy="88236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36000" bIns="3600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1" lang="bg-BG" sz="4000" spc="-1" strike="noStrike">
                <a:solidFill>
                  <a:srgbClr val="234465"/>
                </a:solidFill>
                <a:latin typeface="Calibri"/>
              </a:rPr>
              <a:t>Самостоятелно съединяване</a:t>
            </a:r>
            <a:endParaRPr b="0" lang="en-US" sz="40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367" name="Rectangle 4"/>
          <p:cNvSpPr/>
          <p:nvPr/>
        </p:nvSpPr>
        <p:spPr>
          <a:xfrm>
            <a:off x="2302560" y="2286000"/>
            <a:ext cx="8898480" cy="1673640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rgbClr val="67748e">
                <a:lumMod val="60000"/>
                <a:lumOff val="4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2600" spc="-1" strike="noStrike">
                <a:solidFill>
                  <a:srgbClr val="bf7800"/>
                </a:solidFill>
                <a:latin typeface="Consolas"/>
              </a:rPr>
              <a:t>SELECT</a:t>
            </a:r>
            <a:r>
              <a:rPr b="1" lang="en-US" sz="2600" spc="-1" strike="noStrike">
                <a:solidFill>
                  <a:srgbClr val="224464"/>
                </a:solidFill>
                <a:latin typeface="Consolas"/>
              </a:rPr>
              <a:t> e.FirstName + ' ' + e.LastName +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2600" spc="-1" strike="noStrike">
                <a:solidFill>
                  <a:srgbClr val="224464"/>
                </a:solidFill>
                <a:latin typeface="Consolas"/>
              </a:rPr>
              <a:t> </a:t>
            </a:r>
            <a:r>
              <a:rPr b="1" lang="en-US" sz="2600" spc="-1" strike="noStrike">
                <a:solidFill>
                  <a:srgbClr val="224464"/>
                </a:solidFill>
                <a:latin typeface="Consolas"/>
              </a:rPr>
              <a:t>' is managed by ' + m.LastName as Message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2600" spc="-1" strike="noStrike">
                <a:solidFill>
                  <a:srgbClr val="bf7800"/>
                </a:solidFill>
                <a:latin typeface="Consolas"/>
              </a:rPr>
              <a:t>FROM</a:t>
            </a:r>
            <a:r>
              <a:rPr b="1" lang="en-US" sz="2600" spc="-1" strike="noStrike">
                <a:solidFill>
                  <a:srgbClr val="224464"/>
                </a:solidFill>
                <a:latin typeface="Consolas"/>
              </a:rPr>
              <a:t> Employees e </a:t>
            </a:r>
            <a:r>
              <a:rPr b="1" lang="en-US" sz="2600" spc="-1" strike="noStrike">
                <a:solidFill>
                  <a:srgbClr val="bf7800"/>
                </a:solidFill>
                <a:latin typeface="Consolas"/>
              </a:rPr>
              <a:t>JOIN</a:t>
            </a:r>
            <a:r>
              <a:rPr b="1" lang="en-US" sz="2600" spc="-1" strike="noStrike">
                <a:solidFill>
                  <a:srgbClr val="224464"/>
                </a:solidFill>
                <a:latin typeface="Consolas"/>
              </a:rPr>
              <a:t> Employees m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2600" spc="-1" strike="noStrike">
                <a:solidFill>
                  <a:srgbClr val="bf7800"/>
                </a:solidFill>
                <a:latin typeface="Consolas"/>
              </a:rPr>
              <a:t>ON</a:t>
            </a:r>
            <a:r>
              <a:rPr b="1" lang="en-US" sz="2600" spc="-1" strike="noStrike">
                <a:solidFill>
                  <a:srgbClr val="224464"/>
                </a:solidFill>
                <a:latin typeface="Consolas"/>
              </a:rPr>
              <a:t> (e.ManagerId = m.EmployeeId)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368" name="Group 5"/>
          <p:cNvGraphicFramePr/>
          <p:nvPr/>
        </p:nvGraphicFramePr>
        <p:xfrm>
          <a:off x="3742200" y="4247280"/>
          <a:ext cx="6019560" cy="2489400"/>
        </p:xfrm>
        <a:graphic>
          <a:graphicData uri="http://schemas.openxmlformats.org/drawingml/2006/table">
            <a:tbl>
              <a:tblPr/>
              <a:tblGrid>
                <a:gridCol w="6019560"/>
              </a:tblGrid>
              <a:tr h="34272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95000"/>
                        </a:lnSpc>
                        <a:spcBef>
                          <a:spcPts val="961"/>
                        </a:spcBef>
                        <a:tabLst>
                          <a:tab algn="l" pos="0"/>
                        </a:tabLst>
                      </a:pPr>
                      <a:r>
                        <a:rPr b="1" lang="en-US" sz="24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Message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  <a:tr h="34272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879"/>
                        </a:spcBef>
                        <a:tabLst>
                          <a:tab algn="l" pos="0"/>
                        </a:tabLst>
                      </a:pPr>
                      <a:r>
                        <a:rPr b="0" lang="en-US" sz="22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Ovidiu Cracium is managed by Tamburello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</a:tr>
              <a:tr h="34272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879"/>
                        </a:spcBef>
                        <a:tabLst>
                          <a:tab algn="l" pos="0"/>
                        </a:tabLst>
                      </a:pPr>
                      <a:r>
                        <a:rPr b="0" lang="en-US" sz="22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Michael Sullivan is managed by Tamburello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</a:tr>
              <a:tr h="34272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879"/>
                        </a:spcBef>
                        <a:tabLst>
                          <a:tab algn="l" pos="0"/>
                        </a:tabLst>
                      </a:pPr>
                      <a:r>
                        <a:rPr b="0" lang="en-US" sz="22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Sharon Salavaria is managed by Tamburello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</a:tr>
              <a:tr h="34272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879"/>
                        </a:spcBef>
                        <a:tabLst>
                          <a:tab algn="l" pos="0"/>
                        </a:tabLst>
                      </a:pPr>
                      <a:r>
                        <a:rPr b="0" lang="en-US" sz="22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Dylan Miller is managed by Tamburello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</a:tr>
              <a:tr h="30456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879"/>
                        </a:spcBef>
                        <a:tabLst>
                          <a:tab algn="l" pos="0"/>
                        </a:tabLst>
                      </a:pPr>
                      <a:r>
                        <a:rPr b="0" lang="en-US" sz="22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…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69" name="Slide Number"/>
          <p:cNvSpPr/>
          <p:nvPr/>
        </p:nvSpPr>
        <p:spPr>
          <a:xfrm>
            <a:off x="11752920" y="6507000"/>
            <a:ext cx="367200" cy="29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8FDF00C5-F54D-4585-8B7C-A91666213550}" type="slidenum">
              <a:rPr b="0" lang="en-US" sz="1000" spc="-1" strike="noStrike">
                <a:solidFill>
                  <a:srgbClr val="234465"/>
                </a:solidFill>
                <a:latin typeface="Calibri"/>
              </a:rPr>
              <a:t>20</a:t>
            </a:fld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75" dur="indefinite" restart="never" nodeType="tmRoot">
          <p:childTnLst>
            <p:seq>
              <p:cTn id="176" dur="indefinite" nodeType="mainSeq">
                <p:childTnLst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PlaceHolder 1"/>
          <p:cNvSpPr>
            <a:spLocks noGrp="1"/>
          </p:cNvSpPr>
          <p:nvPr>
            <p:ph/>
          </p:nvPr>
        </p:nvSpPr>
        <p:spPr>
          <a:xfrm>
            <a:off x="79560" y="937080"/>
            <a:ext cx="11807640" cy="556992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36000" bIns="36000" anchor="t">
            <a:noAutofit/>
          </a:bodyPr>
          <a:p>
            <a:pPr marL="360360" indent="-36036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234465"/>
              </a:buClr>
              <a:buFont typeface="Wingdings" charset="2"/>
              <a:buChar char=""/>
            </a:pPr>
            <a:r>
              <a:rPr b="0" lang="ru-RU" sz="3400" spc="-1" strike="noStrike">
                <a:solidFill>
                  <a:srgbClr val="234465"/>
                </a:solidFill>
                <a:latin typeface="Calibri"/>
              </a:rPr>
              <a:t>Можете да приложите </a:t>
            </a:r>
            <a:r>
              <a:rPr b="1" lang="ru-RU" sz="3400" spc="-1" strike="noStrike">
                <a:solidFill>
                  <a:srgbClr val="bf7800"/>
                </a:solidFill>
                <a:latin typeface="Calibri"/>
              </a:rPr>
              <a:t>допълнителни условия </a:t>
            </a:r>
            <a:r>
              <a:rPr b="0" lang="ru-RU" sz="3400" spc="-1" strike="noStrike">
                <a:solidFill>
                  <a:srgbClr val="234465"/>
                </a:solidFill>
                <a:latin typeface="Calibri"/>
              </a:rPr>
              <a:t>в клаузата </a:t>
            </a:r>
            <a:r>
              <a:rPr b="1" lang="ru-RU" sz="3400" spc="-1" strike="noStrike">
                <a:solidFill>
                  <a:srgbClr val="bf7800"/>
                </a:solidFill>
                <a:latin typeface="Consolas"/>
              </a:rPr>
              <a:t>WHERE</a:t>
            </a:r>
            <a:r>
              <a:rPr b="0" lang="ru-RU" sz="3400" spc="-1" strike="noStrike">
                <a:solidFill>
                  <a:srgbClr val="234465"/>
                </a:solidFill>
                <a:latin typeface="Calibri"/>
              </a:rPr>
              <a:t>:</a:t>
            </a: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371" name="PlaceHolder 2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48480" cy="88236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36000" bIns="36000" anchor="ctr">
            <a:normAutofit fontScale="83000"/>
          </a:bodyPr>
          <a:p>
            <a:pPr indent="0">
              <a:lnSpc>
                <a:spcPct val="100000"/>
              </a:lnSpc>
              <a:buNone/>
            </a:pPr>
            <a:r>
              <a:rPr b="1" lang="bg-BG" sz="3800" spc="-1" strike="noStrike">
                <a:solidFill>
                  <a:srgbClr val="ffffff"/>
                </a:solidFill>
                <a:latin typeface="Calibri"/>
              </a:rPr>
              <a:t>Допълнителни условия при съединяване</a:t>
            </a:r>
            <a:endParaRPr b="0" lang="en-US" sz="3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372" name="Rectangle 4"/>
          <p:cNvSpPr/>
          <p:nvPr/>
        </p:nvSpPr>
        <p:spPr>
          <a:xfrm>
            <a:off x="1812600" y="1938960"/>
            <a:ext cx="9617400" cy="2861640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rgbClr val="67748e">
                <a:lumMod val="60000"/>
                <a:lumOff val="4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2600" spc="-1" strike="noStrike">
                <a:solidFill>
                  <a:srgbClr val="bf7800"/>
                </a:solidFill>
                <a:latin typeface="Consolas"/>
              </a:rPr>
              <a:t>SELECT</a:t>
            </a:r>
            <a:r>
              <a:rPr b="1" lang="en-US" sz="2600" spc="-1" strike="noStrike">
                <a:solidFill>
                  <a:srgbClr val="224464"/>
                </a:solidFill>
                <a:latin typeface="Consolas"/>
              </a:rPr>
              <a:t> e.EmployeeID, e.LastName, e.DepartmentID, 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2600" spc="-1" strike="noStrike">
                <a:solidFill>
                  <a:srgbClr val="224464"/>
                </a:solidFill>
                <a:latin typeface="Consolas"/>
              </a:rPr>
              <a:t>       </a:t>
            </a:r>
            <a:r>
              <a:rPr b="1" lang="en-US" sz="2600" spc="-1" strike="noStrike">
                <a:solidFill>
                  <a:srgbClr val="224464"/>
                </a:solidFill>
                <a:latin typeface="Consolas"/>
              </a:rPr>
              <a:t>d.DepartmentID, d.Name AS DepartmentName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2600" spc="-1" strike="noStrike">
                <a:solidFill>
                  <a:srgbClr val="bf7800"/>
                </a:solidFill>
                <a:latin typeface="Consolas"/>
              </a:rPr>
              <a:t>FROM</a:t>
            </a:r>
            <a:r>
              <a:rPr b="1" lang="en-US" sz="2600" spc="-1" strike="noStrike">
                <a:solidFill>
                  <a:srgbClr val="224464"/>
                </a:solidFill>
                <a:latin typeface="Consolas"/>
              </a:rPr>
              <a:t> Employees e 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2600" spc="-1" strike="noStrike">
                <a:solidFill>
                  <a:srgbClr val="224464"/>
                </a:solidFill>
                <a:latin typeface="Consolas"/>
              </a:rPr>
              <a:t>  </a:t>
            </a:r>
            <a:r>
              <a:rPr b="1" lang="en-US" sz="2600" spc="-1" strike="noStrike">
                <a:solidFill>
                  <a:srgbClr val="bf7800"/>
                </a:solidFill>
                <a:latin typeface="Consolas"/>
              </a:rPr>
              <a:t>INNER JOIN</a:t>
            </a:r>
            <a:r>
              <a:rPr b="1" lang="en-US" sz="2600" spc="-1" strike="noStrike">
                <a:solidFill>
                  <a:srgbClr val="224464"/>
                </a:solidFill>
                <a:latin typeface="Consolas"/>
              </a:rPr>
              <a:t> Departments d 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2600" spc="-1" strike="noStrike">
                <a:solidFill>
                  <a:srgbClr val="224464"/>
                </a:solidFill>
                <a:latin typeface="Consolas"/>
              </a:rPr>
              <a:t>    </a:t>
            </a:r>
            <a:r>
              <a:rPr b="1" lang="en-US" sz="2600" spc="-1" strike="noStrike">
                <a:solidFill>
                  <a:srgbClr val="bf7800"/>
                </a:solidFill>
                <a:latin typeface="Consolas"/>
              </a:rPr>
              <a:t>ON</a:t>
            </a:r>
            <a:r>
              <a:rPr b="1" lang="en-US" sz="2600" spc="-1" strike="noStrike">
                <a:solidFill>
                  <a:srgbClr val="224464"/>
                </a:solidFill>
                <a:latin typeface="Consolas"/>
              </a:rPr>
              <a:t> e.DepartmentID = d.DepartmentID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2600" spc="-1" strike="noStrike">
                <a:solidFill>
                  <a:srgbClr val="bf7800"/>
                </a:solidFill>
                <a:latin typeface="Consolas"/>
              </a:rPr>
              <a:t>WHERE</a:t>
            </a:r>
            <a:r>
              <a:rPr b="1" lang="en-US" sz="2600" spc="-1" strike="noStrike">
                <a:solidFill>
                  <a:srgbClr val="224464"/>
                </a:solidFill>
                <a:latin typeface="Consolas"/>
              </a:rPr>
              <a:t> d.Name = 'Sales'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373" name="Group 5"/>
          <p:cNvGraphicFramePr/>
          <p:nvPr/>
        </p:nvGraphicFramePr>
        <p:xfrm>
          <a:off x="434880" y="4839480"/>
          <a:ext cx="9617400" cy="1872000"/>
        </p:xfrm>
        <a:graphic>
          <a:graphicData uri="http://schemas.openxmlformats.org/drawingml/2006/table">
            <a:tbl>
              <a:tblPr/>
              <a:tblGrid>
                <a:gridCol w="1690560"/>
                <a:gridCol w="1447920"/>
                <a:gridCol w="1981440"/>
                <a:gridCol w="1981440"/>
                <a:gridCol w="2514960"/>
              </a:tblGrid>
              <a:tr h="68904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95000"/>
                        </a:lnSpc>
                        <a:spcBef>
                          <a:spcPts val="879"/>
                        </a:spcBef>
                        <a:tabLst>
                          <a:tab algn="l" pos="0"/>
                        </a:tabLst>
                      </a:pPr>
                      <a:r>
                        <a:rPr b="1" lang="en-US" sz="22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EmployeeID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95000"/>
                        </a:lnSpc>
                        <a:spcBef>
                          <a:spcPts val="879"/>
                        </a:spcBef>
                        <a:tabLst>
                          <a:tab algn="l" pos="0"/>
                        </a:tabLst>
                      </a:pPr>
                      <a:r>
                        <a:rPr b="1" lang="en-US" sz="22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LastName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95000"/>
                        </a:lnSpc>
                        <a:spcBef>
                          <a:spcPts val="879"/>
                        </a:spcBef>
                        <a:tabLst>
                          <a:tab algn="l" pos="0"/>
                        </a:tabLst>
                      </a:pPr>
                      <a:r>
                        <a:rPr b="1" lang="en-US" sz="22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DepartmentID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95000"/>
                        </a:lnSpc>
                        <a:spcBef>
                          <a:spcPts val="879"/>
                        </a:spcBef>
                        <a:tabLst>
                          <a:tab algn="l" pos="0"/>
                        </a:tabLst>
                      </a:pPr>
                      <a:r>
                        <a:rPr b="1" lang="en-US" sz="22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DepartmentID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95000"/>
                        </a:lnSpc>
                        <a:spcBef>
                          <a:spcPts val="879"/>
                        </a:spcBef>
                        <a:tabLst>
                          <a:tab algn="l" pos="0"/>
                        </a:tabLst>
                      </a:pPr>
                      <a:r>
                        <a:rPr b="1" lang="en-US" sz="22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DepartmentName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  <a:tr h="33336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799"/>
                        </a:spcBef>
                        <a:tabLst>
                          <a:tab algn="l" pos="0"/>
                        </a:tabLst>
                      </a:pPr>
                      <a:r>
                        <a:rPr b="0" lang="bg-BG" sz="20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268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799"/>
                        </a:spcBef>
                        <a:tabLst>
                          <a:tab algn="l" pos="0"/>
                        </a:tabLst>
                      </a:pPr>
                      <a:r>
                        <a:rPr b="0" lang="en-US" sz="20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Jiang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799"/>
                        </a:spcBef>
                        <a:tabLst>
                          <a:tab algn="l" pos="0"/>
                        </a:tabLst>
                      </a:pPr>
                      <a:r>
                        <a:rPr b="0" lang="bg-BG" sz="20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3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799"/>
                        </a:spcBef>
                        <a:tabLst>
                          <a:tab algn="l" pos="0"/>
                        </a:tabLst>
                      </a:pPr>
                      <a:r>
                        <a:rPr b="0" lang="bg-BG" sz="20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3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799"/>
                        </a:spcBef>
                        <a:tabLst>
                          <a:tab algn="l" pos="0"/>
                        </a:tabLst>
                      </a:pPr>
                      <a:r>
                        <a:rPr b="0" lang="en-US" sz="20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Sales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</a:tr>
              <a:tr h="34272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799"/>
                        </a:spcBef>
                        <a:tabLst>
                          <a:tab algn="l" pos="0"/>
                        </a:tabLst>
                      </a:pPr>
                      <a:r>
                        <a:rPr b="0" lang="bg-BG" sz="20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273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799"/>
                        </a:spcBef>
                        <a:tabLst>
                          <a:tab algn="l" pos="0"/>
                        </a:tabLst>
                      </a:pPr>
                      <a:r>
                        <a:rPr b="0" lang="en-US" sz="20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Welcker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799"/>
                        </a:spcBef>
                        <a:tabLst>
                          <a:tab algn="l" pos="0"/>
                        </a:tabLst>
                      </a:pPr>
                      <a:r>
                        <a:rPr b="0" lang="bg-BG" sz="20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3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799"/>
                        </a:spcBef>
                        <a:tabLst>
                          <a:tab algn="l" pos="0"/>
                        </a:tabLst>
                      </a:pPr>
                      <a:r>
                        <a:rPr b="0" lang="bg-BG" sz="20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3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799"/>
                        </a:spcBef>
                        <a:tabLst>
                          <a:tab algn="l" pos="0"/>
                        </a:tabLst>
                      </a:pPr>
                      <a:r>
                        <a:rPr b="0" lang="en-US" sz="20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Sales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</a:tr>
              <a:tr h="34272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799"/>
                        </a:spcBef>
                        <a:tabLst>
                          <a:tab algn="l" pos="0"/>
                        </a:tabLst>
                      </a:pPr>
                      <a:r>
                        <a:rPr b="0" lang="bg-BG" sz="20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275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799"/>
                        </a:spcBef>
                        <a:tabLst>
                          <a:tab algn="l" pos="0"/>
                        </a:tabLst>
                      </a:pPr>
                      <a:r>
                        <a:rPr b="0" lang="en-US" sz="20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Blythe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799"/>
                        </a:spcBef>
                        <a:tabLst>
                          <a:tab algn="l" pos="0"/>
                        </a:tabLst>
                      </a:pPr>
                      <a:r>
                        <a:rPr b="0" lang="bg-BG" sz="20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3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799"/>
                        </a:spcBef>
                        <a:tabLst>
                          <a:tab algn="l" pos="0"/>
                        </a:tabLst>
                      </a:pPr>
                      <a:r>
                        <a:rPr b="0" lang="bg-BG" sz="20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3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799"/>
                        </a:spcBef>
                        <a:tabLst>
                          <a:tab algn="l" pos="0"/>
                        </a:tabLst>
                      </a:pPr>
                      <a:r>
                        <a:rPr b="0" lang="en-US" sz="20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Sales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74" name="PlaceHolder 3"/>
          <p:cNvSpPr>
            <a:spLocks noGrp="1"/>
          </p:cNvSpPr>
          <p:nvPr>
            <p:ph type="sldNum" idx="18"/>
          </p:nvPr>
        </p:nvSpPr>
        <p:spPr>
          <a:xfrm>
            <a:off x="11752920" y="6507000"/>
            <a:ext cx="367200" cy="2966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000" spc="-1" strike="noStrike">
                <a:solidFill>
                  <a:srgbClr val="234465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AF3C5D8-06F0-4970-9E97-142C13539802}" type="slidenum">
              <a:rPr b="0" lang="en-US" sz="1000" spc="-1" strike="noStrike">
                <a:solidFill>
                  <a:srgbClr val="234465"/>
                </a:solidFill>
                <a:latin typeface="Calibri"/>
              </a:rPr>
              <a:t>24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5" name="Summary Box Group"/>
          <p:cNvGrpSpPr/>
          <p:nvPr/>
        </p:nvGrpSpPr>
        <p:grpSpPr>
          <a:xfrm>
            <a:off x="190440" y="1294200"/>
            <a:ext cx="9470160" cy="5393880"/>
            <a:chOff x="190440" y="1294200"/>
            <a:chExt cx="9470160" cy="5393880"/>
          </a:xfrm>
        </p:grpSpPr>
        <p:sp>
          <p:nvSpPr>
            <p:cNvPr id="376" name="Rounded Rectangle Blue"/>
            <p:cNvSpPr/>
            <p:nvPr/>
          </p:nvSpPr>
          <p:spPr>
            <a:xfrm>
              <a:off x="190440" y="1294200"/>
              <a:ext cx="9470160" cy="5393880"/>
            </a:xfrm>
            <a:prstGeom prst="roundRect">
              <a:avLst>
                <a:gd name="adj" fmla="val 3968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endParaRPr b="0" lang="en-US" sz="24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377" name="Rounded Rectangle Left"/>
            <p:cNvSpPr/>
            <p:nvPr/>
          </p:nvSpPr>
          <p:spPr>
            <a:xfrm>
              <a:off x="376920" y="1502640"/>
              <a:ext cx="203040" cy="4977360"/>
            </a:xfrm>
            <a:prstGeom prst="roundRect">
              <a:avLst>
                <a:gd name="adj" fmla="val 50000"/>
              </a:avLst>
            </a:prstGeom>
            <a:solidFill>
              <a:schemeClr val="bg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endParaRPr b="0" lang="en-US" sz="2400" spc="-1" strike="noStrike">
                <a:solidFill>
                  <a:srgbClr val="bf7800"/>
                </a:solidFill>
                <a:latin typeface="Calibri"/>
              </a:endParaRPr>
            </a:p>
          </p:txBody>
        </p:sp>
        <p:sp>
          <p:nvSpPr>
            <p:cNvPr id="378" name="Half Frame Top Right"/>
            <p:cNvSpPr/>
            <p:nvPr/>
          </p:nvSpPr>
          <p:spPr>
            <a:xfrm rot="5400000">
              <a:off x="8805600" y="1576800"/>
              <a:ext cx="742320" cy="594000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2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endParaRPr b="0" lang="en-US" sz="2400" spc="-1" strike="noStrike">
                <a:solidFill>
                  <a:srgbClr val="234465"/>
                </a:solidFill>
                <a:latin typeface="Calibri"/>
              </a:endParaRPr>
            </a:p>
          </p:txBody>
        </p:sp>
      </p:grpSp>
      <p:sp>
        <p:nvSpPr>
          <p:cNvPr id="379" name="PlaceHolder 1"/>
          <p:cNvSpPr>
            <a:spLocks noGrp="1"/>
          </p:cNvSpPr>
          <p:nvPr>
            <p:ph/>
          </p:nvPr>
        </p:nvSpPr>
        <p:spPr>
          <a:xfrm>
            <a:off x="685800" y="1294200"/>
            <a:ext cx="8775360" cy="487800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36000" bIns="36000" anchor="t">
            <a:noAutofit/>
          </a:bodyPr>
          <a:p>
            <a:pPr marL="360360" indent="-360000">
              <a:lnSpc>
                <a:spcPct val="100000"/>
              </a:lnSpc>
              <a:spcBef>
                <a:spcPts val="601"/>
              </a:spcBef>
              <a:buClr>
                <a:srgbClr val="ffffff"/>
              </a:buClr>
              <a:buFont typeface="Wingdings" charset="2"/>
              <a:buChar char=""/>
            </a:pPr>
            <a:r>
              <a:rPr b="0" lang="bg-BG" sz="3000" spc="-1" strike="noStrike">
                <a:solidFill>
                  <a:srgbClr val="ffffff"/>
                </a:solidFill>
                <a:latin typeface="Calibri"/>
              </a:rPr>
              <a:t>Нуждаем се от данни от</a:t>
            </a:r>
            <a:r>
              <a:rPr b="1" lang="bg-BG" sz="3000" spc="-1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1" lang="bg-BG" sz="3000" spc="-1" strike="noStrike">
                <a:solidFill>
                  <a:srgbClr val="ffb840"/>
                </a:solidFill>
                <a:latin typeface="Calibri"/>
              </a:rPr>
              <a:t>различни таблици</a:t>
            </a:r>
            <a:endParaRPr b="0" lang="en-US" sz="3000" spc="-1" strike="noStrike">
              <a:solidFill>
                <a:srgbClr val="234465"/>
              </a:solidFill>
              <a:latin typeface="Calibri"/>
            </a:endParaRPr>
          </a:p>
          <a:p>
            <a:pPr marL="360360" indent="-360000">
              <a:lnSpc>
                <a:spcPct val="100000"/>
              </a:lnSpc>
              <a:spcBef>
                <a:spcPts val="601"/>
              </a:spcBef>
              <a:buClr>
                <a:srgbClr val="ffffff"/>
              </a:buClr>
              <a:buFont typeface="Wingdings" charset="2"/>
              <a:buChar char=""/>
            </a:pPr>
            <a:r>
              <a:rPr b="0" lang="bg-BG" sz="3000" spc="-1" strike="noStrike">
                <a:solidFill>
                  <a:srgbClr val="ffffff"/>
                </a:solidFill>
                <a:latin typeface="Calibri"/>
              </a:rPr>
              <a:t>Декартово произведение</a:t>
            </a:r>
            <a:endParaRPr b="0" lang="en-US" sz="3000" spc="-1" strike="noStrike">
              <a:solidFill>
                <a:srgbClr val="234465"/>
              </a:solidFill>
              <a:latin typeface="Calibri"/>
            </a:endParaRPr>
          </a:p>
          <a:p>
            <a:pPr lvl="1" marL="969840" indent="-360000">
              <a:lnSpc>
                <a:spcPct val="100000"/>
              </a:lnSpc>
              <a:spcBef>
                <a:spcPts val="601"/>
              </a:spcBef>
              <a:buClr>
                <a:srgbClr val="ffffff"/>
              </a:buClr>
              <a:buFont typeface="Wingdings" charset="2"/>
              <a:buChar char=""/>
            </a:pPr>
            <a:r>
              <a:rPr b="0" lang="bg-BG" sz="2800" spc="-1" strike="noStrike">
                <a:solidFill>
                  <a:srgbClr val="ffffff"/>
                </a:solidFill>
                <a:latin typeface="Calibri"/>
              </a:rPr>
              <a:t>Трябва да се избягва – задавайте </a:t>
            </a:r>
            <a:r>
              <a:rPr b="1" lang="bg-BG" sz="2800" spc="-1" strike="noStrike">
                <a:solidFill>
                  <a:srgbClr val="ffb840"/>
                </a:solidFill>
                <a:latin typeface="Calibri"/>
              </a:rPr>
              <a:t>валидно условие </a:t>
            </a:r>
            <a:r>
              <a:rPr b="0" lang="bg-BG" sz="2800" spc="-1" strike="noStrike">
                <a:solidFill>
                  <a:srgbClr val="ffffff"/>
                </a:solidFill>
                <a:latin typeface="Calibri"/>
              </a:rPr>
              <a:t>за съединение</a:t>
            </a:r>
            <a:endParaRPr b="0" lang="en-US" sz="2800" spc="-1" strike="noStrike">
              <a:solidFill>
                <a:srgbClr val="234465"/>
              </a:solidFill>
              <a:latin typeface="Calibri"/>
            </a:endParaRPr>
          </a:p>
          <a:p>
            <a:pPr marL="360360" indent="-360000">
              <a:lnSpc>
                <a:spcPct val="100000"/>
              </a:lnSpc>
              <a:spcBef>
                <a:spcPts val="601"/>
              </a:spcBef>
              <a:buClr>
                <a:srgbClr val="ffffff"/>
              </a:buClr>
              <a:buFont typeface="Wingdings" charset="2"/>
              <a:buChar char=""/>
            </a:pPr>
            <a:r>
              <a:rPr b="1" lang="en-US" sz="3000" spc="-1" strike="noStrike">
                <a:solidFill>
                  <a:srgbClr val="ffb840"/>
                </a:solidFill>
                <a:latin typeface="Calibri"/>
              </a:rPr>
              <a:t>JOIN</a:t>
            </a:r>
            <a:endParaRPr b="0" lang="en-US" sz="3000" spc="-1" strike="noStrike">
              <a:solidFill>
                <a:srgbClr val="234465"/>
              </a:solidFill>
              <a:latin typeface="Calibri"/>
            </a:endParaRPr>
          </a:p>
          <a:p>
            <a:pPr lvl="1" marL="969840" indent="-360000">
              <a:lnSpc>
                <a:spcPct val="100000"/>
              </a:lnSpc>
              <a:spcBef>
                <a:spcPts val="601"/>
              </a:spcBef>
              <a:buClr>
                <a:srgbClr val="ffffff"/>
              </a:buClr>
              <a:buFont typeface="Wingdings" charset="2"/>
              <a:buChar char=""/>
            </a:pPr>
            <a:r>
              <a:rPr b="0" lang="bg-BG" sz="2800" spc="-1" strike="noStrike">
                <a:solidFill>
                  <a:srgbClr val="ffffff"/>
                </a:solidFill>
                <a:latin typeface="Calibri"/>
              </a:rPr>
              <a:t>Комбиниране на редове</a:t>
            </a:r>
            <a:endParaRPr b="0" lang="en-US" sz="2800" spc="-1" strike="noStrike">
              <a:solidFill>
                <a:srgbClr val="234465"/>
              </a:solidFill>
              <a:latin typeface="Calibri"/>
            </a:endParaRPr>
          </a:p>
          <a:p>
            <a:pPr lvl="1" marL="969840" indent="-360000">
              <a:lnSpc>
                <a:spcPct val="100000"/>
              </a:lnSpc>
              <a:spcBef>
                <a:spcPts val="601"/>
              </a:spcBef>
              <a:buClr>
                <a:srgbClr val="ffffff"/>
              </a:buClr>
              <a:buFont typeface="Wingdings" charset="2"/>
              <a:buChar char=""/>
            </a:pPr>
            <a:r>
              <a:rPr b="1" lang="en-US" sz="2800" spc="-1" strike="noStrike">
                <a:solidFill>
                  <a:srgbClr val="ffb840"/>
                </a:solidFill>
                <a:latin typeface="Calibri"/>
              </a:rPr>
              <a:t>INNER</a:t>
            </a:r>
            <a:r>
              <a:rPr b="0" lang="en-US" sz="2800" spc="-1" strike="noStrike">
                <a:solidFill>
                  <a:srgbClr val="ffffff"/>
                </a:solidFill>
                <a:latin typeface="Calibri"/>
              </a:rPr>
              <a:t>, </a:t>
            </a:r>
            <a:r>
              <a:rPr b="1" lang="en-US" sz="2800" spc="-1" strike="noStrike">
                <a:solidFill>
                  <a:srgbClr val="ffb840"/>
                </a:solidFill>
                <a:latin typeface="Calibri"/>
              </a:rPr>
              <a:t>LEFT</a:t>
            </a:r>
            <a:r>
              <a:rPr b="0" lang="en-US" sz="2800" spc="-1" strike="noStrike">
                <a:solidFill>
                  <a:srgbClr val="ffffff"/>
                </a:solidFill>
                <a:latin typeface="Calibri"/>
              </a:rPr>
              <a:t>, </a:t>
            </a:r>
            <a:r>
              <a:rPr b="1" lang="en-US" sz="2800" spc="-1" strike="noStrike">
                <a:solidFill>
                  <a:srgbClr val="ffb840"/>
                </a:solidFill>
                <a:latin typeface="Calibri"/>
              </a:rPr>
              <a:t>RIGHT</a:t>
            </a:r>
            <a:r>
              <a:rPr b="0" lang="en-US" sz="2800" spc="-1" strike="noStrike">
                <a:solidFill>
                  <a:srgbClr val="ffffff"/>
                </a:solidFill>
                <a:latin typeface="Calibri"/>
              </a:rPr>
              <a:t>, </a:t>
            </a:r>
            <a:r>
              <a:rPr b="1" lang="en-US" sz="2800" spc="-1" strike="noStrike">
                <a:solidFill>
                  <a:srgbClr val="ffb840"/>
                </a:solidFill>
                <a:latin typeface="Calibri"/>
              </a:rPr>
              <a:t>FULL OUTER</a:t>
            </a:r>
            <a:endParaRPr b="0" lang="en-US" sz="2800" spc="-1" strike="noStrike">
              <a:solidFill>
                <a:srgbClr val="234465"/>
              </a:solidFill>
              <a:latin typeface="Calibri"/>
            </a:endParaRPr>
          </a:p>
          <a:p>
            <a:pPr lvl="1" marL="969840" indent="-360000">
              <a:lnSpc>
                <a:spcPct val="100000"/>
              </a:lnSpc>
              <a:spcBef>
                <a:spcPts val="601"/>
              </a:spcBef>
              <a:buClr>
                <a:srgbClr val="ffffff"/>
              </a:buClr>
              <a:buFont typeface="Wingdings" charset="2"/>
              <a:buChar char=""/>
            </a:pPr>
            <a:r>
              <a:rPr b="1" lang="en-US" sz="2800" spc="-1" strike="noStrike">
                <a:solidFill>
                  <a:srgbClr val="ffb840"/>
                </a:solidFill>
                <a:latin typeface="Calibri"/>
              </a:rPr>
              <a:t>CROSS JOIN</a:t>
            </a:r>
            <a:endParaRPr b="0" lang="en-US" sz="2800" spc="-1" strike="noStrike">
              <a:solidFill>
                <a:srgbClr val="234465"/>
              </a:solidFill>
              <a:latin typeface="Calibri"/>
            </a:endParaRPr>
          </a:p>
          <a:p>
            <a:pPr lvl="1" marL="969840" indent="-360000">
              <a:lnSpc>
                <a:spcPct val="100000"/>
              </a:lnSpc>
              <a:spcBef>
                <a:spcPts val="601"/>
              </a:spcBef>
              <a:buClr>
                <a:srgbClr val="ffffff"/>
              </a:buClr>
              <a:buFont typeface="Wingdings" charset="2"/>
              <a:buChar char=""/>
            </a:pPr>
            <a:r>
              <a:rPr b="1" lang="en-US" sz="2800" spc="-1" strike="noStrike">
                <a:solidFill>
                  <a:srgbClr val="ffb840"/>
                </a:solidFill>
                <a:latin typeface="Calibri"/>
              </a:rPr>
              <a:t>EQUI JOIN</a:t>
            </a:r>
            <a:endParaRPr b="0" lang="en-US" sz="2800" spc="-1" strike="noStrike">
              <a:solidFill>
                <a:srgbClr val="234465"/>
              </a:solidFill>
              <a:latin typeface="Calibri"/>
            </a:endParaRPr>
          </a:p>
          <a:p>
            <a:pPr lvl="1" marL="969840" indent="-360000">
              <a:lnSpc>
                <a:spcPct val="100000"/>
              </a:lnSpc>
              <a:spcBef>
                <a:spcPts val="601"/>
              </a:spcBef>
              <a:buClr>
                <a:srgbClr val="ffffff"/>
              </a:buClr>
              <a:buFont typeface="Wingdings" charset="2"/>
              <a:buChar char=""/>
            </a:pPr>
            <a:r>
              <a:rPr b="1" lang="bg-BG" sz="2800" spc="-1" strike="noStrike">
                <a:solidFill>
                  <a:srgbClr val="ffb840"/>
                </a:solidFill>
                <a:latin typeface="Calibri"/>
              </a:rPr>
              <a:t>Тристранно </a:t>
            </a:r>
            <a:r>
              <a:rPr b="0" lang="bg-BG" sz="2800" spc="-1" strike="noStrike">
                <a:solidFill>
                  <a:srgbClr val="ffffff"/>
                </a:solidFill>
                <a:latin typeface="Calibri"/>
              </a:rPr>
              <a:t>и</a:t>
            </a:r>
            <a:r>
              <a:rPr b="1" lang="bg-BG" sz="2800" spc="-1" strike="noStrike">
                <a:solidFill>
                  <a:srgbClr val="ffb840"/>
                </a:solidFill>
                <a:latin typeface="Calibri"/>
              </a:rPr>
              <a:t> самостоятелно </a:t>
            </a:r>
            <a:r>
              <a:rPr b="0" lang="bg-BG" sz="2800" spc="-1" strike="noStrike">
                <a:solidFill>
                  <a:srgbClr val="ffffff"/>
                </a:solidFill>
                <a:latin typeface="Calibri"/>
              </a:rPr>
              <a:t>съединяване</a:t>
            </a:r>
            <a:endParaRPr b="0" lang="en-US" sz="2800" spc="-1" strike="noStrike">
              <a:solidFill>
                <a:srgbClr val="234465"/>
              </a:solidFill>
              <a:latin typeface="Calibri"/>
            </a:endParaRPr>
          </a:p>
        </p:txBody>
      </p:sp>
      <p:pic>
        <p:nvPicPr>
          <p:cNvPr id="380" name="Picture SoftUni Mascot" descr=""/>
          <p:cNvPicPr/>
          <p:nvPr/>
        </p:nvPicPr>
        <p:blipFill>
          <a:blip r:embed="rId1"/>
          <a:stretch/>
        </p:blipFill>
        <p:spPr>
          <a:xfrm flipH="1">
            <a:off x="9811080" y="4204080"/>
            <a:ext cx="2055600" cy="2224800"/>
          </a:xfrm>
          <a:prstGeom prst="rect">
            <a:avLst/>
          </a:prstGeom>
          <a:ln w="0">
            <a:noFill/>
          </a:ln>
        </p:spPr>
      </p:pic>
      <p:sp>
        <p:nvSpPr>
          <p:cNvPr id="381" name="PlaceHolder 2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36000" bIns="36000" anchor="ctr">
            <a:normAutofit/>
          </a:bodyPr>
          <a:p>
            <a:pPr indent="0">
              <a:lnSpc>
                <a:spcPct val="100000"/>
              </a:lnSpc>
              <a:buNone/>
            </a:pPr>
            <a:r>
              <a:rPr b="1" lang="bg-BG" sz="4000" spc="-1" strike="noStrike">
                <a:solidFill>
                  <a:srgbClr val="ffffff"/>
                </a:solidFill>
                <a:latin typeface="Calibri"/>
              </a:rPr>
              <a:t>Обобщение</a:t>
            </a:r>
            <a:endParaRPr b="0" lang="en-US" sz="40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382" name="PlaceHolder 3"/>
          <p:cNvSpPr>
            <a:spLocks noGrp="1"/>
          </p:cNvSpPr>
          <p:nvPr>
            <p:ph type="sldNum" idx="19"/>
          </p:nvPr>
        </p:nvSpPr>
        <p:spPr>
          <a:xfrm>
            <a:off x="11752920" y="6507000"/>
            <a:ext cx="367200" cy="2966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000" spc="-1" strike="noStrike">
                <a:solidFill>
                  <a:srgbClr val="234465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B557978-E1D5-41DE-A147-F9168F722D60}" type="slidenum">
              <a:rPr b="0" lang="en-US" sz="1000" spc="-1" strike="noStrike">
                <a:solidFill>
                  <a:srgbClr val="234465"/>
                </a:solidFill>
                <a:latin typeface="Calibri"/>
              </a:rPr>
              <a:t>25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advTm="5000" p14:dur="2000"/>
    </mc:Choice>
    <mc:Fallback>
      <p:transition spd="slow" advTm="5000"/>
    </mc:Fallback>
  </mc:AlternateContent>
  <p:timing>
    <p:tnLst>
      <p:par>
        <p:cTn id="181" dur="indefinite" restart="never" nodeType="tmRoot">
          <p:childTnLst>
            <p:seq>
              <p:cTn id="182" dur="indefinite" nodeType="mainSeq">
                <p:childTnLst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indefinite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indefinite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PlaceHolder 1"/>
          <p:cNvSpPr>
            <a:spLocks noGrp="1"/>
          </p:cNvSpPr>
          <p:nvPr>
            <p:ph type="title"/>
          </p:nvPr>
        </p:nvSpPr>
        <p:spPr>
          <a:xfrm>
            <a:off x="726840" y="1461960"/>
            <a:ext cx="10731240" cy="304668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36000" bIns="3600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1" lang="bg-BG" sz="13800" spc="-1" strike="noStrike">
                <a:solidFill>
                  <a:srgbClr val="234465"/>
                </a:solidFill>
                <a:latin typeface="Calibri"/>
              </a:rPr>
              <a:t>Въпроси</a:t>
            </a:r>
            <a:r>
              <a:rPr b="1" lang="en-US" sz="13800" spc="-1" strike="noStrike">
                <a:solidFill>
                  <a:srgbClr val="234465"/>
                </a:solidFill>
                <a:latin typeface="Calibri"/>
              </a:rPr>
              <a:t>?</a:t>
            </a:r>
            <a:endParaRPr b="0" lang="en-US" sz="13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384" name="Rectangle Bottom Copyright"/>
          <p:cNvSpPr/>
          <p:nvPr/>
        </p:nvSpPr>
        <p:spPr>
          <a:xfrm>
            <a:off x="110880" y="6454800"/>
            <a:ext cx="11969640" cy="30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0" lang="bg-BG" sz="1600" spc="-1" strike="noStrike">
                <a:solidFill>
                  <a:srgbClr val="ffffff"/>
                </a:solidFill>
                <a:latin typeface="Calibri"/>
                <a:ea typeface="Calibri"/>
              </a:rPr>
              <a:t>Проект "</a:t>
            </a:r>
            <a:r>
              <a:rPr b="0" lang="bg-BG" sz="1600" spc="-1" strike="noStrike" u="sng">
                <a:solidFill>
                  <a:srgbClr val="ffe7bf"/>
                </a:solidFill>
                <a:uFillTx/>
                <a:latin typeface="Calibri"/>
                <a:ea typeface="Calibri"/>
                <a:hlinkClick r:id="rId1"/>
              </a:rPr>
              <a:t>Отворено учебно съдържание по програмиране и ИТ</a:t>
            </a:r>
            <a:r>
              <a:rPr b="0" lang="bg-BG" sz="1600" spc="-1" strike="noStrike">
                <a:solidFill>
                  <a:srgbClr val="ffffff"/>
                </a:solidFill>
                <a:latin typeface="Calibri"/>
                <a:ea typeface="Calibri"/>
              </a:rPr>
              <a:t>", СофтУни Фондация (лиценз </a:t>
            </a:r>
            <a:r>
              <a:rPr b="0" lang="en-US" sz="1600" spc="-1" strike="noStrike">
                <a:solidFill>
                  <a:srgbClr val="ffffff"/>
                </a:solidFill>
                <a:latin typeface="Calibri"/>
                <a:ea typeface="Calibri"/>
              </a:rPr>
              <a:t>CC-BY-NC-SA</a:t>
            </a:r>
            <a:r>
              <a:rPr b="0" lang="bg-BG" sz="1600" spc="-1" strike="noStrike">
                <a:solidFill>
                  <a:srgbClr val="ffffff"/>
                </a:solidFill>
                <a:latin typeface="Calibri"/>
                <a:ea typeface="Calibri"/>
              </a:rPr>
              <a:t>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advTm="5000" p14:dur="2000"/>
    </mc:Choice>
    <mc:Fallback>
      <p:transition spd="slow" advTm="5000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PlaceHolder 1"/>
          <p:cNvSpPr>
            <a:spLocks noGrp="1"/>
          </p:cNvSpPr>
          <p:nvPr>
            <p:ph/>
          </p:nvPr>
        </p:nvSpPr>
        <p:spPr>
          <a:xfrm>
            <a:off x="190440" y="1269000"/>
            <a:ext cx="9865080" cy="247464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36000" bIns="36000" anchor="t">
            <a:normAutofit fontScale="87000"/>
          </a:bodyPr>
          <a:p>
            <a:pPr marL="313200" indent="-313200">
              <a:lnSpc>
                <a:spcPct val="120000"/>
              </a:lnSpc>
              <a:spcBef>
                <a:spcPts val="601"/>
              </a:spcBef>
              <a:spcAft>
                <a:spcPts val="601"/>
              </a:spcAft>
              <a:buClr>
                <a:srgbClr val="234465"/>
              </a:buClr>
              <a:buFont typeface="Wingdings" charset="2"/>
              <a:buChar char=""/>
            </a:pPr>
            <a:r>
              <a:rPr b="0" lang="bg-BG" sz="3200" spc="-1" strike="noStrike">
                <a:solidFill>
                  <a:srgbClr val="234465"/>
                </a:solidFill>
                <a:latin typeface="Calibri"/>
              </a:rPr>
              <a:t>Този курс</a:t>
            </a:r>
            <a:r>
              <a:rPr b="0" lang="en-US" sz="3200" spc="-1" strike="noStrike">
                <a:solidFill>
                  <a:srgbClr val="234465"/>
                </a:solidFill>
                <a:latin typeface="Calibri"/>
              </a:rPr>
              <a:t> (</a:t>
            </a:r>
            <a:r>
              <a:rPr b="0" lang="bg-BG" sz="3200" spc="-1" strike="noStrike">
                <a:solidFill>
                  <a:srgbClr val="234465"/>
                </a:solidFill>
                <a:latin typeface="Calibri"/>
              </a:rPr>
              <a:t>презентации, примери, демонстрационен код, упражнения, домашни, видео и други активи</a:t>
            </a:r>
            <a:r>
              <a:rPr b="0" lang="en-US" sz="3200" spc="-1" strike="noStrike">
                <a:solidFill>
                  <a:srgbClr val="234465"/>
                </a:solidFill>
                <a:latin typeface="Calibri"/>
              </a:rPr>
              <a:t>) </a:t>
            </a:r>
            <a:r>
              <a:rPr b="0" lang="bg-BG" sz="3200" spc="-1" strike="noStrike">
                <a:solidFill>
                  <a:srgbClr val="234465"/>
                </a:solidFill>
                <a:latin typeface="Calibri"/>
              </a:rPr>
              <a:t>представлява</a:t>
            </a:r>
            <a:r>
              <a:rPr b="0" lang="en-US" sz="3200" spc="-1" strike="noStrike">
                <a:solidFill>
                  <a:srgbClr val="234465"/>
                </a:solidFill>
                <a:latin typeface="Calibri"/>
              </a:rPr>
              <a:t> </a:t>
            </a:r>
            <a:r>
              <a:rPr b="1" lang="bg-BG" sz="3200" spc="-1" strike="noStrike">
                <a:solidFill>
                  <a:srgbClr val="234465"/>
                </a:solidFill>
                <a:latin typeface="Calibri"/>
              </a:rPr>
              <a:t>свободно учебно съдържание </a:t>
            </a:r>
            <a:r>
              <a:rPr b="0" lang="bg-BG" sz="3200" spc="-1" strike="noStrike">
                <a:solidFill>
                  <a:srgbClr val="234465"/>
                </a:solidFill>
                <a:latin typeface="Calibri"/>
              </a:rPr>
              <a:t>и се разпространява под свободен лиценз </a:t>
            </a:r>
            <a:r>
              <a:rPr b="1" lang="en-US" sz="3200" spc="-1" strike="noStrike">
                <a:solidFill>
                  <a:srgbClr val="234465"/>
                </a:solidFill>
                <a:latin typeface="Calibri"/>
              </a:rPr>
              <a:t>CC-BY-NC-SA</a:t>
            </a:r>
            <a:endParaRPr b="0" lang="en-US" sz="3200" spc="-1" strike="noStrike">
              <a:solidFill>
                <a:srgbClr val="234465"/>
              </a:solidFill>
              <a:latin typeface="Calibri"/>
            </a:endParaRPr>
          </a:p>
        </p:txBody>
      </p:sp>
      <p:pic>
        <p:nvPicPr>
          <p:cNvPr id="386" name="Picture License" descr="License"/>
          <p:cNvPicPr/>
          <p:nvPr/>
        </p:nvPicPr>
        <p:blipFill>
          <a:blip r:embed="rId1"/>
          <a:stretch/>
        </p:blipFill>
        <p:spPr>
          <a:xfrm>
            <a:off x="10226160" y="1440000"/>
            <a:ext cx="1198800" cy="1268640"/>
          </a:xfrm>
          <a:prstGeom prst="rect">
            <a:avLst/>
          </a:prstGeom>
          <a:ln w="0">
            <a:noFill/>
          </a:ln>
        </p:spPr>
      </p:pic>
      <p:sp>
        <p:nvSpPr>
          <p:cNvPr id="387" name="PlaceHolder 2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36000" bIns="3600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1" lang="bg-BG" sz="4000" spc="-1" strike="noStrike">
                <a:solidFill>
                  <a:srgbClr val="ffffff"/>
                </a:solidFill>
                <a:latin typeface="Calibri"/>
              </a:rPr>
              <a:t>Лиценз</a:t>
            </a:r>
            <a:endParaRPr b="0" lang="en-US" sz="40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388" name="TextBox 10"/>
          <p:cNvSpPr/>
          <p:nvPr/>
        </p:nvSpPr>
        <p:spPr>
          <a:xfrm>
            <a:off x="190440" y="3927600"/>
            <a:ext cx="11710080" cy="26600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360360" indent="-360360">
              <a:lnSpc>
                <a:spcPct val="120000"/>
              </a:lnSpc>
              <a:spcBef>
                <a:spcPts val="601"/>
              </a:spcBef>
              <a:spcAft>
                <a:spcPts val="601"/>
              </a:spcAft>
              <a:buClr>
                <a:srgbClr val="234465"/>
              </a:buClr>
              <a:buFont typeface="Wingdings" charset="2"/>
              <a:buChar char=""/>
            </a:pPr>
            <a:r>
              <a:rPr b="0" lang="bg-BG" sz="3200" spc="-1" strike="noStrike">
                <a:solidFill>
                  <a:srgbClr val="234465"/>
                </a:solidFill>
                <a:latin typeface="Calibri"/>
              </a:rPr>
              <a:t>Проект "</a:t>
            </a:r>
            <a:r>
              <a:rPr b="1" lang="bg-BG" sz="3200" spc="-1" strike="noStrike">
                <a:solidFill>
                  <a:srgbClr val="234465"/>
                </a:solidFill>
                <a:latin typeface="Calibri"/>
              </a:rPr>
              <a:t>Отворено учебно съдържание по програмиране и ИТ</a:t>
            </a:r>
            <a:r>
              <a:rPr b="0" lang="bg-BG" sz="3200" spc="-1" strike="noStrike">
                <a:solidFill>
                  <a:srgbClr val="234465"/>
                </a:solidFill>
                <a:latin typeface="Calibri"/>
              </a:rPr>
              <a:t>" към Фондация "Софтуерен университет"</a:t>
            </a:r>
            <a:r>
              <a:rPr b="0" lang="en-US" sz="3200" spc="-1" strike="noStrike">
                <a:solidFill>
                  <a:srgbClr val="234465"/>
                </a:solidFill>
                <a:latin typeface="Calibri"/>
              </a:rPr>
              <a:t>: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17560" indent="-360360">
              <a:lnSpc>
                <a:spcPct val="120000"/>
              </a:lnSpc>
              <a:spcBef>
                <a:spcPts val="601"/>
              </a:spcBef>
              <a:spcAft>
                <a:spcPts val="601"/>
              </a:spcAft>
              <a:buClr>
                <a:srgbClr val="234465"/>
              </a:buClr>
              <a:buFont typeface="Wingdings" charset="2"/>
              <a:buChar char=""/>
            </a:pPr>
            <a:r>
              <a:rPr b="0" lang="en-US" sz="3200" spc="-1" strike="noStrike">
                <a:solidFill>
                  <a:srgbClr val="bf7800"/>
                </a:solidFill>
                <a:latin typeface="Calibri"/>
                <a:hlinkClick r:id="rId2"/>
              </a:rPr>
              <a:t>https://github.com/BG-IT-Edu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9" name="Picture 6">
            <a:hlinkClick r:id="rId3"/>
          </p:cNvPr>
          <p:cNvSpPr/>
          <p:nvPr/>
        </p:nvSpPr>
        <p:spPr>
          <a:xfrm>
            <a:off x="9830880" y="2908440"/>
            <a:ext cx="1989000" cy="695520"/>
          </a:xfrm>
          <a:prstGeom prst="roundRect">
            <a:avLst>
              <a:gd name="adj" fmla="val 3940"/>
            </a:avLst>
          </a:pr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0" name="PlaceHolder 3"/>
          <p:cNvSpPr>
            <a:spLocks noGrp="1"/>
          </p:cNvSpPr>
          <p:nvPr>
            <p:ph type="sldNum" idx="20"/>
          </p:nvPr>
        </p:nvSpPr>
        <p:spPr>
          <a:xfrm>
            <a:off x="11752920" y="6507000"/>
            <a:ext cx="367200" cy="2966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000" spc="-1" strike="noStrike">
                <a:solidFill>
                  <a:srgbClr val="234465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8513020B-533A-4D41-A216-DFC4B89573B7}" type="slidenum">
              <a:rPr b="0" lang="en-US" sz="1000" spc="-1" strike="noStrike">
                <a:solidFill>
                  <a:srgbClr val="234465"/>
                </a:solidFill>
                <a:latin typeface="Calibri"/>
              </a:rPr>
              <a:t>27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advTm="5000" p14:dur="2000"/>
    </mc:Choice>
    <mc:Fallback>
      <p:transition spd="slow" advTm="5000"/>
    </mc:Fallback>
  </mc:AlternateContent>
</p:sld>
</file>

<file path=ppt/theme/theme1.xml><?xml version="1.0" encoding="utf-8"?>
<a:theme xmlns:a="http://schemas.openxmlformats.org/drawingml/2006/main" name="SoftUni">
  <a:themeElements>
    <a:clrScheme name="Custom 2">
      <a:dk1>
        <a:srgbClr val="234465"/>
      </a:dk1>
      <a:lt1>
        <a:srgbClr val="bf7800"/>
      </a:lt1>
      <a:dk2>
        <a:srgbClr val="234465"/>
      </a:dk2>
      <a:lt2>
        <a:srgbClr val="ffffff"/>
      </a:lt2>
      <a:accent1>
        <a:srgbClr val="ffa000"/>
      </a:accent1>
      <a:accent2>
        <a:srgbClr val="00b050"/>
      </a:accent2>
      <a:accent3>
        <a:srgbClr val="44a9f8"/>
      </a:accent3>
      <a:accent4>
        <a:srgbClr val="7030a0"/>
      </a:accent4>
      <a:accent5>
        <a:srgbClr val="67748e"/>
      </a:accent5>
      <a:accent6>
        <a:srgbClr val="f4f5f7"/>
      </a:accent6>
      <a:hlink>
        <a:srgbClr val="bf7800"/>
      </a:hlink>
      <a:folHlink>
        <a:srgbClr val="ef9511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SoftUni">
  <a:themeElements>
    <a:clrScheme name="Custom 2">
      <a:dk1>
        <a:srgbClr val="234465"/>
      </a:dk1>
      <a:lt1>
        <a:srgbClr val="bf7800"/>
      </a:lt1>
      <a:dk2>
        <a:srgbClr val="234465"/>
      </a:dk2>
      <a:lt2>
        <a:srgbClr val="ffffff"/>
      </a:lt2>
      <a:accent1>
        <a:srgbClr val="ffa000"/>
      </a:accent1>
      <a:accent2>
        <a:srgbClr val="00b050"/>
      </a:accent2>
      <a:accent3>
        <a:srgbClr val="44a9f8"/>
      </a:accent3>
      <a:accent4>
        <a:srgbClr val="7030a0"/>
      </a:accent4>
      <a:accent5>
        <a:srgbClr val="67748e"/>
      </a:accent5>
      <a:accent6>
        <a:srgbClr val="f4f5f7"/>
      </a:accent6>
      <a:hlink>
        <a:srgbClr val="bf7800"/>
      </a:hlink>
      <a:folHlink>
        <a:srgbClr val="ef9511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SoftUni">
  <a:themeElements>
    <a:clrScheme name="Custom 2">
      <a:dk1>
        <a:srgbClr val="234465"/>
      </a:dk1>
      <a:lt1>
        <a:srgbClr val="bf7800"/>
      </a:lt1>
      <a:dk2>
        <a:srgbClr val="234465"/>
      </a:dk2>
      <a:lt2>
        <a:srgbClr val="ffffff"/>
      </a:lt2>
      <a:accent1>
        <a:srgbClr val="ffa000"/>
      </a:accent1>
      <a:accent2>
        <a:srgbClr val="00b050"/>
      </a:accent2>
      <a:accent3>
        <a:srgbClr val="44a9f8"/>
      </a:accent3>
      <a:accent4>
        <a:srgbClr val="7030a0"/>
      </a:accent4>
      <a:accent5>
        <a:srgbClr val="67748e"/>
      </a:accent5>
      <a:accent6>
        <a:srgbClr val="f4f5f7"/>
      </a:accent6>
      <a:hlink>
        <a:srgbClr val="bf7800"/>
      </a:hlink>
      <a:folHlink>
        <a:srgbClr val="ef9511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name="SoftUni">
  <a:themeElements>
    <a:clrScheme name="Custom 2">
      <a:dk1>
        <a:srgbClr val="234465"/>
      </a:dk1>
      <a:lt1>
        <a:srgbClr val="bf7800"/>
      </a:lt1>
      <a:dk2>
        <a:srgbClr val="234465"/>
      </a:dk2>
      <a:lt2>
        <a:srgbClr val="ffffff"/>
      </a:lt2>
      <a:accent1>
        <a:srgbClr val="ffa000"/>
      </a:accent1>
      <a:accent2>
        <a:srgbClr val="00b050"/>
      </a:accent2>
      <a:accent3>
        <a:srgbClr val="44a9f8"/>
      </a:accent3>
      <a:accent4>
        <a:srgbClr val="7030a0"/>
      </a:accent4>
      <a:accent5>
        <a:srgbClr val="67748e"/>
      </a:accent5>
      <a:accent6>
        <a:srgbClr val="f4f5f7"/>
      </a:accent6>
      <a:hlink>
        <a:srgbClr val="bf7800"/>
      </a:hlink>
      <a:folHlink>
        <a:srgbClr val="ef9511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name="SoftUni">
  <a:themeElements>
    <a:clrScheme name="Custom 2">
      <a:dk1>
        <a:srgbClr val="234465"/>
      </a:dk1>
      <a:lt1>
        <a:srgbClr val="bf7800"/>
      </a:lt1>
      <a:dk2>
        <a:srgbClr val="234465"/>
      </a:dk2>
      <a:lt2>
        <a:srgbClr val="ffffff"/>
      </a:lt2>
      <a:accent1>
        <a:srgbClr val="ffa000"/>
      </a:accent1>
      <a:accent2>
        <a:srgbClr val="00b050"/>
      </a:accent2>
      <a:accent3>
        <a:srgbClr val="44a9f8"/>
      </a:accent3>
      <a:accent4>
        <a:srgbClr val="7030a0"/>
      </a:accent4>
      <a:accent5>
        <a:srgbClr val="67748e"/>
      </a:accent5>
      <a:accent6>
        <a:srgbClr val="f4f5f7"/>
      </a:accent6>
      <a:hlink>
        <a:srgbClr val="bf7800"/>
      </a:hlink>
      <a:folHlink>
        <a:srgbClr val="ef9511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name="SoftUni">
  <a:themeElements>
    <a:clrScheme name="Custom 2">
      <a:dk1>
        <a:srgbClr val="234465"/>
      </a:dk1>
      <a:lt1>
        <a:srgbClr val="bf7800"/>
      </a:lt1>
      <a:dk2>
        <a:srgbClr val="234465"/>
      </a:dk2>
      <a:lt2>
        <a:srgbClr val="ffffff"/>
      </a:lt2>
      <a:accent1>
        <a:srgbClr val="ffa000"/>
      </a:accent1>
      <a:accent2>
        <a:srgbClr val="00b050"/>
      </a:accent2>
      <a:accent3>
        <a:srgbClr val="44a9f8"/>
      </a:accent3>
      <a:accent4>
        <a:srgbClr val="7030a0"/>
      </a:accent4>
      <a:accent5>
        <a:srgbClr val="67748e"/>
      </a:accent5>
      <a:accent6>
        <a:srgbClr val="f4f5f7"/>
      </a:accent6>
      <a:hlink>
        <a:srgbClr val="bf7800"/>
      </a:hlink>
      <a:folHlink>
        <a:srgbClr val="ef9511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34465"/>
      </a:dk2>
      <a:lt2>
        <a:srgbClr val="ffffff"/>
      </a:lt2>
      <a:accent1>
        <a:srgbClr val="ffa000"/>
      </a:accent1>
      <a:accent2>
        <a:srgbClr val="00b050"/>
      </a:accent2>
      <a:accent3>
        <a:srgbClr val="44a9f8"/>
      </a:accent3>
      <a:accent4>
        <a:srgbClr val="7030a0"/>
      </a:accent4>
      <a:accent5>
        <a:srgbClr val="67748e"/>
      </a:accent5>
      <a:accent6>
        <a:srgbClr val="f4f5f7"/>
      </a:accent6>
      <a:hlink>
        <a:srgbClr val="bf7800"/>
      </a:hlink>
      <a:folHlink>
        <a:srgbClr val="ef9511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3999</TotalTime>
  <Application>LibreOffice/7.4.7.2$Linux_X86_64 LibreOffice_project/40$Build-2</Application>
  <AppVersion>15.0000</AppVersion>
  <Words>1471</Words>
  <Paragraphs>431</Paragraphs>
  <Company>BG-IT-Edu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category>computer programming;programming;software development;software engineering</cp:category>
  <dcterms:created xsi:type="dcterms:W3CDTF">2018-05-23T13:08:44Z</dcterms:created>
  <dc:creator>BG-IT-Edu</dc:creator>
  <dc:description>Open Programming and IT Courseware for IT Teachers (BG-IT-Edu): https://github.com/BG-IT-Edu
With the kind support of SoftUni: https://softuni.bg</dc:description>
  <cp:keywords>SoftUni Software University programming coding computer programming software development software engineering software technologies digital skills technical skills training course</cp:keywords>
  <dc:language>en-US</dc:language>
  <cp:lastModifiedBy/>
  <dcterms:modified xsi:type="dcterms:W3CDTF">2025-11-03T18:38:37Z</dcterms:modified>
  <cp:revision>116</cp:revision>
  <dc:subject>Модул 3: Релационни бази данни</dc:subject>
  <dc:title>Съединение на таблици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HiddenSlides">
    <vt:i4>1</vt:i4>
  </property>
  <property fmtid="{D5CDD505-2E9C-101B-9397-08002B2CF9AE}" pid="3" name="Notes">
    <vt:i4>20</vt:i4>
  </property>
  <property fmtid="{D5CDD505-2E9C-101B-9397-08002B2CF9AE}" pid="4" name="PresentationFormat">
    <vt:lpwstr>Widescreen</vt:lpwstr>
  </property>
  <property fmtid="{D5CDD505-2E9C-101B-9397-08002B2CF9AE}" pid="5" name="Slides">
    <vt:i4>27</vt:i4>
  </property>
</Properties>
</file>